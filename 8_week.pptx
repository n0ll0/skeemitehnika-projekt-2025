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2" r:id="rId4"/>
  </p:sldMasterIdLst>
  <p:notesMasterIdLst>
    <p:notesMasterId r:id="rId18"/>
  </p:notesMasterIdLst>
  <p:handoutMasterIdLst>
    <p:handoutMasterId r:id="rId19"/>
  </p:handoutMasterIdLst>
  <p:sldIdLst>
    <p:sldId id="318" r:id="rId5"/>
    <p:sldId id="316" r:id="rId6"/>
    <p:sldId id="346" r:id="rId7"/>
    <p:sldId id="334" r:id="rId8"/>
    <p:sldId id="341" r:id="rId9"/>
    <p:sldId id="331" r:id="rId10"/>
    <p:sldId id="332" r:id="rId11"/>
    <p:sldId id="338" r:id="rId12"/>
    <p:sldId id="342" r:id="rId13"/>
    <p:sldId id="343" r:id="rId14"/>
    <p:sldId id="276" r:id="rId15"/>
    <p:sldId id="348" r:id="rId16"/>
    <p:sldId id="347" r:id="rId1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E36AF8D-5BEB-E041-9101-0495C1E2400F}">
          <p14:sldIdLst>
            <p14:sldId id="318"/>
            <p14:sldId id="316"/>
            <p14:sldId id="346"/>
            <p14:sldId id="334"/>
            <p14:sldId id="341"/>
            <p14:sldId id="331"/>
            <p14:sldId id="332"/>
            <p14:sldId id="338"/>
            <p14:sldId id="342"/>
            <p14:sldId id="343"/>
            <p14:sldId id="276"/>
            <p14:sldId id="348"/>
            <p14:sldId id="34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2B60"/>
    <a:srgbClr val="4FBFD3"/>
    <a:srgbClr val="E4067E"/>
    <a:srgbClr val="4F4C4E"/>
    <a:srgbClr val="808285"/>
    <a:srgbClr val="96004F"/>
    <a:srgbClr val="4D4D4F"/>
    <a:srgbClr val="C9C9C9"/>
    <a:srgbClr val="D385A9"/>
    <a:srgbClr val="C25B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0B358C-F778-B8F8-ADB0-4583A3C20C8C}" v="44" dt="2025-10-21T11:08:33.589"/>
    <p1510:client id="{1B0A317B-3A47-EA76-E15C-0F1E022A2EDA}" v="10" dt="2025-10-21T09:49:25.017"/>
    <p1510:client id="{1BFE90A8-0BDD-CD9D-C313-3D93871B90FB}" v="274" dt="2025-10-21T20:20:53.493"/>
    <p1510:client id="{8CBD3082-DC93-8A36-DB86-8D0475FBF3A2}" v="33" dt="2025-10-21T20:08:22.087"/>
    <p1510:client id="{9A159663-67C5-45CE-E8CA-268FB5236CE3}" v="2" dt="2025-10-21T14:07:44.006"/>
    <p1510:client id="{D6E9096B-5157-4EC1-B1A9-205A835D89FE}" v="82" dt="2025-10-21T20:19:04.5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Kujunduslaad 1 – rõhk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Kujunduslaad 1 – rõhk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l Romet De La Torre" userId="S::karlde@taltech.ee::0172a0a9-b8c9-4a6d-a0d2-213e8320e701" providerId="AD" clId="Web-{8CBD3082-DC93-8A36-DB86-8D0475FBF3A2}"/>
    <pc:docChg chg="modSld">
      <pc:chgData name="Karl Romet De La Torre" userId="S::karlde@taltech.ee::0172a0a9-b8c9-4a6d-a0d2-213e8320e701" providerId="AD" clId="Web-{8CBD3082-DC93-8A36-DB86-8D0475FBF3A2}" dt="2025-10-21T20:08:22.087" v="31" actId="1076"/>
      <pc:docMkLst>
        <pc:docMk/>
      </pc:docMkLst>
      <pc:sldChg chg="addSp modSp">
        <pc:chgData name="Karl Romet De La Torre" userId="S::karlde@taltech.ee::0172a0a9-b8c9-4a6d-a0d2-213e8320e701" providerId="AD" clId="Web-{8CBD3082-DC93-8A36-DB86-8D0475FBF3A2}" dt="2025-10-21T20:08:22.087" v="31" actId="1076"/>
        <pc:sldMkLst>
          <pc:docMk/>
          <pc:sldMk cId="2181591381" sldId="334"/>
        </pc:sldMkLst>
        <pc:graphicFrameChg chg="modGraphic">
          <ac:chgData name="Karl Romet De La Torre" userId="S::karlde@taltech.ee::0172a0a9-b8c9-4a6d-a0d2-213e8320e701" providerId="AD" clId="Web-{8CBD3082-DC93-8A36-DB86-8D0475FBF3A2}" dt="2025-10-21T19:55:24.089" v="6"/>
          <ac:graphicFrameMkLst>
            <pc:docMk/>
            <pc:sldMk cId="2181591381" sldId="334"/>
            <ac:graphicFrameMk id="10" creationId="{EC65BE6E-05CE-CF89-31C1-6B229DFA8A04}"/>
          </ac:graphicFrameMkLst>
        </pc:graphicFrameChg>
        <pc:picChg chg="add mod">
          <ac:chgData name="Karl Romet De La Torre" userId="S::karlde@taltech.ee::0172a0a9-b8c9-4a6d-a0d2-213e8320e701" providerId="AD" clId="Web-{8CBD3082-DC93-8A36-DB86-8D0475FBF3A2}" dt="2025-10-21T20:08:22.087" v="31" actId="1076"/>
          <ac:picMkLst>
            <pc:docMk/>
            <pc:sldMk cId="2181591381" sldId="334"/>
            <ac:picMk id="3" creationId="{4EA1A41C-E8A6-B2F4-A31F-9BA2E3965E05}"/>
          </ac:picMkLst>
        </pc:picChg>
        <pc:picChg chg="mod">
          <ac:chgData name="Karl Romet De La Torre" userId="S::karlde@taltech.ee::0172a0a9-b8c9-4a6d-a0d2-213e8320e701" providerId="AD" clId="Web-{8CBD3082-DC93-8A36-DB86-8D0475FBF3A2}" dt="2025-10-21T19:55:19.933" v="5" actId="1076"/>
          <ac:picMkLst>
            <pc:docMk/>
            <pc:sldMk cId="2181591381" sldId="334"/>
            <ac:picMk id="9" creationId="{4084E5BF-1A9C-36AF-832B-4D720C2025DC}"/>
          </ac:picMkLst>
        </pc:picChg>
        <pc:picChg chg="mod">
          <ac:chgData name="Karl Romet De La Torre" userId="S::karlde@taltech.ee::0172a0a9-b8c9-4a6d-a0d2-213e8320e701" providerId="AD" clId="Web-{8CBD3082-DC93-8A36-DB86-8D0475FBF3A2}" dt="2025-10-21T20:07:21.648" v="21" actId="1076"/>
          <ac:picMkLst>
            <pc:docMk/>
            <pc:sldMk cId="2181591381" sldId="334"/>
            <ac:picMk id="11" creationId="{5C465F71-DE8D-9AE4-571C-D9310617B2FB}"/>
          </ac:picMkLst>
        </pc:picChg>
        <pc:picChg chg="mod">
          <ac:chgData name="Karl Romet De La Torre" userId="S::karlde@taltech.ee::0172a0a9-b8c9-4a6d-a0d2-213e8320e701" providerId="AD" clId="Web-{8CBD3082-DC93-8A36-DB86-8D0475FBF3A2}" dt="2025-10-21T20:04:09.691" v="20" actId="1076"/>
          <ac:picMkLst>
            <pc:docMk/>
            <pc:sldMk cId="2181591381" sldId="334"/>
            <ac:picMk id="12" creationId="{2D5DF51F-3BB2-BC56-F38D-14780B623740}"/>
          </ac:picMkLst>
        </pc:picChg>
      </pc:sldChg>
    </pc:docChg>
  </pc:docChgLst>
  <pc:docChgLst>
    <pc:chgData name="Uko Poschlin" userId="3e88abbf-6602-4e57-8fe1-e464845f1e50" providerId="ADAL" clId="{0135FD9E-C436-40AB-99B3-5B0034B8E346}"/>
    <pc:docChg chg="undo custSel addSld delSld modSld sldOrd modSection">
      <pc:chgData name="Uko Poschlin" userId="3e88abbf-6602-4e57-8fe1-e464845f1e50" providerId="ADAL" clId="{0135FD9E-C436-40AB-99B3-5B0034B8E346}" dt="2025-10-21T20:19:04.570" v="87"/>
      <pc:docMkLst>
        <pc:docMk/>
      </pc:docMkLst>
      <pc:sldChg chg="addSp delSp modSp mod">
        <pc:chgData name="Uko Poschlin" userId="3e88abbf-6602-4e57-8fe1-e464845f1e50" providerId="ADAL" clId="{0135FD9E-C436-40AB-99B3-5B0034B8E346}" dt="2025-10-21T20:18:45.951" v="83" actId="1076"/>
        <pc:sldMkLst>
          <pc:docMk/>
          <pc:sldMk cId="147616357" sldId="316"/>
        </pc:sldMkLst>
        <pc:spChg chg="mod">
          <ac:chgData name="Uko Poschlin" userId="3e88abbf-6602-4e57-8fe1-e464845f1e50" providerId="ADAL" clId="{0135FD9E-C436-40AB-99B3-5B0034B8E346}" dt="2025-10-21T20:18:45.951" v="83" actId="1076"/>
          <ac:spMkLst>
            <pc:docMk/>
            <pc:sldMk cId="147616357" sldId="316"/>
            <ac:spMk id="6147" creationId="{00000000-0000-0000-0000-000000000000}"/>
          </ac:spMkLst>
        </pc:spChg>
        <pc:picChg chg="add del mod">
          <ac:chgData name="Uko Poschlin" userId="3e88abbf-6602-4e57-8fe1-e464845f1e50" providerId="ADAL" clId="{0135FD9E-C436-40AB-99B3-5B0034B8E346}" dt="2025-10-21T20:01:28.727" v="21" actId="478"/>
          <ac:picMkLst>
            <pc:docMk/>
            <pc:sldMk cId="147616357" sldId="316"/>
            <ac:picMk id="3" creationId="{40BED4EC-E930-F2F7-730D-37D9A07A0DE3}"/>
          </ac:picMkLst>
        </pc:picChg>
      </pc:sldChg>
      <pc:sldChg chg="del">
        <pc:chgData name="Uko Poschlin" userId="3e88abbf-6602-4e57-8fe1-e464845f1e50" providerId="ADAL" clId="{0135FD9E-C436-40AB-99B3-5B0034B8E346}" dt="2025-10-21T13:15:41.231" v="3" actId="47"/>
        <pc:sldMkLst>
          <pc:docMk/>
          <pc:sldMk cId="1344556113" sldId="317"/>
        </pc:sldMkLst>
      </pc:sldChg>
      <pc:sldChg chg="addSp delSp modSp mod">
        <pc:chgData name="Uko Poschlin" userId="3e88abbf-6602-4e57-8fe1-e464845f1e50" providerId="ADAL" clId="{0135FD9E-C436-40AB-99B3-5B0034B8E346}" dt="2025-10-21T20:08:08.990" v="55" actId="478"/>
        <pc:sldMkLst>
          <pc:docMk/>
          <pc:sldMk cId="2181591381" sldId="334"/>
        </pc:sldMkLst>
        <pc:graphicFrameChg chg="add del mod modGraphic">
          <ac:chgData name="Uko Poschlin" userId="3e88abbf-6602-4e57-8fe1-e464845f1e50" providerId="ADAL" clId="{0135FD9E-C436-40AB-99B3-5B0034B8E346}" dt="2025-10-21T19:55:26.578" v="7" actId="478"/>
          <ac:graphicFrameMkLst>
            <pc:docMk/>
            <pc:sldMk cId="2181591381" sldId="334"/>
            <ac:graphicFrameMk id="10" creationId="{EC65BE6E-05CE-CF89-31C1-6B229DFA8A04}"/>
          </ac:graphicFrameMkLst>
        </pc:graphicFrameChg>
        <pc:picChg chg="del">
          <ac:chgData name="Uko Poschlin" userId="3e88abbf-6602-4e57-8fe1-e464845f1e50" providerId="ADAL" clId="{0135FD9E-C436-40AB-99B3-5B0034B8E346}" dt="2025-10-21T20:02:22.672" v="32" actId="478"/>
          <ac:picMkLst>
            <pc:docMk/>
            <pc:sldMk cId="2181591381" sldId="334"/>
            <ac:picMk id="7" creationId="{C9953268-3530-7579-34D5-61458374FBBB}"/>
          </ac:picMkLst>
        </pc:picChg>
        <pc:picChg chg="del">
          <ac:chgData name="Uko Poschlin" userId="3e88abbf-6602-4e57-8fe1-e464845f1e50" providerId="ADAL" clId="{0135FD9E-C436-40AB-99B3-5B0034B8E346}" dt="2025-10-21T19:56:47.769" v="11" actId="478"/>
          <ac:picMkLst>
            <pc:docMk/>
            <pc:sldMk cId="2181591381" sldId="334"/>
            <ac:picMk id="9" creationId="{4084E5BF-1A9C-36AF-832B-4D720C2025DC}"/>
          </ac:picMkLst>
        </pc:picChg>
        <pc:picChg chg="add del mod">
          <ac:chgData name="Uko Poschlin" userId="3e88abbf-6602-4e57-8fe1-e464845f1e50" providerId="ADAL" clId="{0135FD9E-C436-40AB-99B3-5B0034B8E346}" dt="2025-10-21T20:08:08.990" v="55" actId="478"/>
          <ac:picMkLst>
            <pc:docMk/>
            <pc:sldMk cId="2181591381" sldId="334"/>
            <ac:picMk id="11" creationId="{5C465F71-DE8D-9AE4-571C-D9310617B2FB}"/>
          </ac:picMkLst>
        </pc:picChg>
        <pc:picChg chg="add mod ord modCrop">
          <ac:chgData name="Uko Poschlin" userId="3e88abbf-6602-4e57-8fe1-e464845f1e50" providerId="ADAL" clId="{0135FD9E-C436-40AB-99B3-5B0034B8E346}" dt="2025-10-21T20:04:40.693" v="52" actId="14100"/>
          <ac:picMkLst>
            <pc:docMk/>
            <pc:sldMk cId="2181591381" sldId="334"/>
            <ac:picMk id="12" creationId="{2D5DF51F-3BB2-BC56-F38D-14780B623740}"/>
          </ac:picMkLst>
        </pc:picChg>
      </pc:sldChg>
      <pc:sldChg chg="del">
        <pc:chgData name="Uko Poschlin" userId="3e88abbf-6602-4e57-8fe1-e464845f1e50" providerId="ADAL" clId="{0135FD9E-C436-40AB-99B3-5B0034B8E346}" dt="2025-10-21T13:15:26.643" v="2" actId="47"/>
        <pc:sldMkLst>
          <pc:docMk/>
          <pc:sldMk cId="2608721041" sldId="335"/>
        </pc:sldMkLst>
      </pc:sldChg>
      <pc:sldChg chg="delSp del mod">
        <pc:chgData name="Uko Poschlin" userId="3e88abbf-6602-4e57-8fe1-e464845f1e50" providerId="ADAL" clId="{0135FD9E-C436-40AB-99B3-5B0034B8E346}" dt="2025-10-21T13:15:16.074" v="1" actId="47"/>
        <pc:sldMkLst>
          <pc:docMk/>
          <pc:sldMk cId="246388207" sldId="337"/>
        </pc:sldMkLst>
        <pc:picChg chg="del">
          <ac:chgData name="Uko Poschlin" userId="3e88abbf-6602-4e57-8fe1-e464845f1e50" providerId="ADAL" clId="{0135FD9E-C436-40AB-99B3-5B0034B8E346}" dt="2025-10-21T09:35:42.347" v="0" actId="478"/>
          <ac:picMkLst>
            <pc:docMk/>
            <pc:sldMk cId="246388207" sldId="337"/>
            <ac:picMk id="9" creationId="{28247CC2-9208-8516-C4E4-D88BAF17D0BE}"/>
          </ac:picMkLst>
        </pc:picChg>
      </pc:sldChg>
      <pc:sldChg chg="ord">
        <pc:chgData name="Uko Poschlin" userId="3e88abbf-6602-4e57-8fe1-e464845f1e50" providerId="ADAL" clId="{0135FD9E-C436-40AB-99B3-5B0034B8E346}" dt="2025-10-21T20:19:04.570" v="87"/>
        <pc:sldMkLst>
          <pc:docMk/>
          <pc:sldMk cId="3217507489" sldId="341"/>
        </pc:sldMkLst>
      </pc:sldChg>
      <pc:sldChg chg="addSp delSp modSp add mod modTransition">
        <pc:chgData name="Uko Poschlin" userId="3e88abbf-6602-4e57-8fe1-e464845f1e50" providerId="ADAL" clId="{0135FD9E-C436-40AB-99B3-5B0034B8E346}" dt="2025-10-21T20:18:01.155" v="78" actId="478"/>
        <pc:sldMkLst>
          <pc:docMk/>
          <pc:sldMk cId="2998681822" sldId="346"/>
        </pc:sldMkLst>
        <pc:spChg chg="add del mod">
          <ac:chgData name="Uko Poschlin" userId="3e88abbf-6602-4e57-8fe1-e464845f1e50" providerId="ADAL" clId="{0135FD9E-C436-40AB-99B3-5B0034B8E346}" dt="2025-10-21T20:01:51.223" v="26" actId="478"/>
          <ac:spMkLst>
            <pc:docMk/>
            <pc:sldMk cId="2998681822" sldId="346"/>
            <ac:spMk id="5" creationId="{E76E0C46-5BAA-252B-56CE-778F138917CA}"/>
          </ac:spMkLst>
        </pc:spChg>
        <pc:spChg chg="del">
          <ac:chgData name="Uko Poschlin" userId="3e88abbf-6602-4e57-8fe1-e464845f1e50" providerId="ADAL" clId="{0135FD9E-C436-40AB-99B3-5B0034B8E346}" dt="2025-10-21T20:01:48.553" v="25" actId="478"/>
          <ac:spMkLst>
            <pc:docMk/>
            <pc:sldMk cId="2998681822" sldId="346"/>
            <ac:spMk id="6147" creationId="{76BCD456-229E-62D1-362D-A76AD2750D9C}"/>
          </ac:spMkLst>
        </pc:spChg>
        <pc:graphicFrameChg chg="add del mod modGraphic">
          <ac:chgData name="Uko Poschlin" userId="3e88abbf-6602-4e57-8fe1-e464845f1e50" providerId="ADAL" clId="{0135FD9E-C436-40AB-99B3-5B0034B8E346}" dt="2025-10-21T20:15:48.082" v="60" actId="478"/>
          <ac:graphicFrameMkLst>
            <pc:docMk/>
            <pc:sldMk cId="2998681822" sldId="346"/>
            <ac:graphicFrameMk id="8" creationId="{D9E688BE-9F19-C837-B00A-825CF8290618}"/>
          </ac:graphicFrameMkLst>
        </pc:graphicFrameChg>
        <pc:graphicFrameChg chg="add del mod modGraphic">
          <ac:chgData name="Uko Poschlin" userId="3e88abbf-6602-4e57-8fe1-e464845f1e50" providerId="ADAL" clId="{0135FD9E-C436-40AB-99B3-5B0034B8E346}" dt="2025-10-21T20:18:01.155" v="78" actId="478"/>
          <ac:graphicFrameMkLst>
            <pc:docMk/>
            <pc:sldMk cId="2998681822" sldId="346"/>
            <ac:graphicFrameMk id="10" creationId="{1DCB68E0-8A04-0D2C-6742-CC0E1DA35C43}"/>
          </ac:graphicFrameMkLst>
        </pc:graphicFrameChg>
        <pc:picChg chg="add mod">
          <ac:chgData name="Uko Poschlin" userId="3e88abbf-6602-4e57-8fe1-e464845f1e50" providerId="ADAL" clId="{0135FD9E-C436-40AB-99B3-5B0034B8E346}" dt="2025-10-21T20:02:08.423" v="31" actId="1076"/>
          <ac:picMkLst>
            <pc:docMk/>
            <pc:sldMk cId="2998681822" sldId="346"/>
            <ac:picMk id="3" creationId="{323965A3-8368-06BD-6CED-0DDE929DD95D}"/>
          </ac:picMkLst>
        </pc:picChg>
        <pc:picChg chg="add del mod">
          <ac:chgData name="Uko Poschlin" userId="3e88abbf-6602-4e57-8fe1-e464845f1e50" providerId="ADAL" clId="{0135FD9E-C436-40AB-99B3-5B0034B8E346}" dt="2025-10-21T20:03:15.595" v="37" actId="478"/>
          <ac:picMkLst>
            <pc:docMk/>
            <pc:sldMk cId="2998681822" sldId="346"/>
            <ac:picMk id="6" creationId="{F3291CED-C2EE-09EF-6139-F30D479DFF75}"/>
          </ac:picMkLst>
        </pc:picChg>
      </pc:sldChg>
      <pc:sldChg chg="addSp delSp modSp new add del mod ord">
        <pc:chgData name="Uko Poschlin" userId="3e88abbf-6602-4e57-8fe1-e464845f1e50" providerId="ADAL" clId="{0135FD9E-C436-40AB-99B3-5B0034B8E346}" dt="2025-10-21T20:18:24.277" v="82"/>
        <pc:sldMkLst>
          <pc:docMk/>
          <pc:sldMk cId="96487066" sldId="347"/>
        </pc:sldMkLst>
        <pc:spChg chg="del">
          <ac:chgData name="Uko Poschlin" userId="3e88abbf-6602-4e57-8fe1-e464845f1e50" providerId="ADAL" clId="{0135FD9E-C436-40AB-99B3-5B0034B8E346}" dt="2025-10-21T20:16:10.604" v="63" actId="478"/>
          <ac:spMkLst>
            <pc:docMk/>
            <pc:sldMk cId="96487066" sldId="347"/>
            <ac:spMk id="2" creationId="{2F0C9744-19EA-A47D-1331-8300C57209EE}"/>
          </ac:spMkLst>
        </pc:spChg>
        <pc:spChg chg="del">
          <ac:chgData name="Uko Poschlin" userId="3e88abbf-6602-4e57-8fe1-e464845f1e50" providerId="ADAL" clId="{0135FD9E-C436-40AB-99B3-5B0034B8E346}" dt="2025-10-21T20:16:07.826" v="62" actId="478"/>
          <ac:spMkLst>
            <pc:docMk/>
            <pc:sldMk cId="96487066" sldId="347"/>
            <ac:spMk id="3" creationId="{93827A7B-8681-75EF-271D-31A56C9CF3EE}"/>
          </ac:spMkLst>
        </pc:spChg>
        <pc:picChg chg="add mod modCrop">
          <ac:chgData name="Uko Poschlin" userId="3e88abbf-6602-4e57-8fe1-e464845f1e50" providerId="ADAL" clId="{0135FD9E-C436-40AB-99B3-5B0034B8E346}" dt="2025-10-21T20:17:16.289" v="75" actId="1076"/>
          <ac:picMkLst>
            <pc:docMk/>
            <pc:sldMk cId="96487066" sldId="347"/>
            <ac:picMk id="5" creationId="{B3E3D8F9-C492-4395-A389-60EC677027ED}"/>
          </ac:picMkLst>
        </pc:picChg>
      </pc:sldChg>
    </pc:docChg>
  </pc:docChgLst>
  <pc:docChgLst>
    <pc:chgData name="Jüri Kajava" userId="S::jukaja@taltech.ee::362f4973-aeb2-456d-91ab-e6c0b77fd48b" providerId="AD" clId="Web-{1BFE90A8-0BDD-CD9D-C313-3D93871B90FB}"/>
    <pc:docChg chg="addSld delSld modSld sldOrd modSection">
      <pc:chgData name="Jüri Kajava" userId="S::jukaja@taltech.ee::362f4973-aeb2-456d-91ab-e6c0b77fd48b" providerId="AD" clId="Web-{1BFE90A8-0BDD-CD9D-C313-3D93871B90FB}" dt="2025-10-21T20:20:53.493" v="241"/>
      <pc:docMkLst>
        <pc:docMk/>
      </pc:docMkLst>
      <pc:sldChg chg="addSp delSp modSp">
        <pc:chgData name="Jüri Kajava" userId="S::jukaja@taltech.ee::362f4973-aeb2-456d-91ab-e6c0b77fd48b" providerId="AD" clId="Web-{1BFE90A8-0BDD-CD9D-C313-3D93871B90FB}" dt="2025-10-21T18:44:24.515" v="2"/>
        <pc:sldMkLst>
          <pc:docMk/>
          <pc:sldMk cId="768852016" sldId="332"/>
        </pc:sldMkLst>
        <pc:spChg chg="add del mod">
          <ac:chgData name="Jüri Kajava" userId="S::jukaja@taltech.ee::362f4973-aeb2-456d-91ab-e6c0b77fd48b" providerId="AD" clId="Web-{1BFE90A8-0BDD-CD9D-C313-3D93871B90FB}" dt="2025-10-21T18:44:08.421" v="1"/>
          <ac:spMkLst>
            <pc:docMk/>
            <pc:sldMk cId="768852016" sldId="332"/>
            <ac:spMk id="6" creationId="{A999E607-6101-5181-CE67-5978AC34AFC4}"/>
          </ac:spMkLst>
        </pc:spChg>
        <pc:picChg chg="add del mod">
          <ac:chgData name="Jüri Kajava" userId="S::jukaja@taltech.ee::362f4973-aeb2-456d-91ab-e6c0b77fd48b" providerId="AD" clId="Web-{1BFE90A8-0BDD-CD9D-C313-3D93871B90FB}" dt="2025-10-21T18:44:24.515" v="2"/>
          <ac:picMkLst>
            <pc:docMk/>
            <pc:sldMk cId="768852016" sldId="332"/>
            <ac:picMk id="7" creationId="{B6C38FC0-76FB-4E3B-924A-FDC0E7A86C3B}"/>
          </ac:picMkLst>
        </pc:picChg>
      </pc:sldChg>
      <pc:sldChg chg="del ord">
        <pc:chgData name="Jüri Kajava" userId="S::jukaja@taltech.ee::362f4973-aeb2-456d-91ab-e6c0b77fd48b" providerId="AD" clId="Web-{1BFE90A8-0BDD-CD9D-C313-3D93871B90FB}" dt="2025-10-21T20:20:53.493" v="241"/>
        <pc:sldMkLst>
          <pc:docMk/>
          <pc:sldMk cId="1898414222" sldId="333"/>
        </pc:sldMkLst>
      </pc:sldChg>
      <pc:sldChg chg="addSp modSp">
        <pc:chgData name="Jüri Kajava" userId="S::jukaja@taltech.ee::362f4973-aeb2-456d-91ab-e6c0b77fd48b" providerId="AD" clId="Web-{1BFE90A8-0BDD-CD9D-C313-3D93871B90FB}" dt="2025-10-21T20:17:46.070" v="213" actId="1076"/>
        <pc:sldMkLst>
          <pc:docMk/>
          <pc:sldMk cId="115709552" sldId="338"/>
        </pc:sldMkLst>
        <pc:spChg chg="mod">
          <ac:chgData name="Jüri Kajava" userId="S::jukaja@taltech.ee::362f4973-aeb2-456d-91ab-e6c0b77fd48b" providerId="AD" clId="Web-{1BFE90A8-0BDD-CD9D-C313-3D93871B90FB}" dt="2025-10-21T20:17:43.711" v="212" actId="1076"/>
          <ac:spMkLst>
            <pc:docMk/>
            <pc:sldMk cId="115709552" sldId="338"/>
            <ac:spMk id="7" creationId="{AD111FE0-B087-682D-F787-6833721BAA6A}"/>
          </ac:spMkLst>
        </pc:spChg>
        <pc:spChg chg="add mod">
          <ac:chgData name="Jüri Kajava" userId="S::jukaja@taltech.ee::362f4973-aeb2-456d-91ab-e6c0b77fd48b" providerId="AD" clId="Web-{1BFE90A8-0BDD-CD9D-C313-3D93871B90FB}" dt="2025-10-21T20:17:37.383" v="211" actId="14100"/>
          <ac:spMkLst>
            <pc:docMk/>
            <pc:sldMk cId="115709552" sldId="338"/>
            <ac:spMk id="11" creationId="{E440D93C-9A04-5A3B-9371-5B207581F986}"/>
          </ac:spMkLst>
        </pc:spChg>
        <pc:grpChg chg="add">
          <ac:chgData name="Jüri Kajava" userId="S::jukaja@taltech.ee::362f4973-aeb2-456d-91ab-e6c0b77fd48b" providerId="AD" clId="Web-{1BFE90A8-0BDD-CD9D-C313-3D93871B90FB}" dt="2025-10-21T20:17:18.836" v="203"/>
          <ac:grpSpMkLst>
            <pc:docMk/>
            <pc:sldMk cId="115709552" sldId="338"/>
            <ac:grpSpMk id="10" creationId="{052AA929-3CCD-C616-BB55-56E52B6006B8}"/>
          </ac:grpSpMkLst>
        </pc:grpChg>
        <pc:picChg chg="mod">
          <ac:chgData name="Jüri Kajava" userId="S::jukaja@taltech.ee::362f4973-aeb2-456d-91ab-e6c0b77fd48b" providerId="AD" clId="Web-{1BFE90A8-0BDD-CD9D-C313-3D93871B90FB}" dt="2025-10-21T20:17:46.070" v="213" actId="1076"/>
          <ac:picMkLst>
            <pc:docMk/>
            <pc:sldMk cId="115709552" sldId="338"/>
            <ac:picMk id="6" creationId="{1404863C-9314-A80E-2413-4A2526A257F9}"/>
          </ac:picMkLst>
        </pc:picChg>
        <pc:picChg chg="mod">
          <ac:chgData name="Jüri Kajava" userId="S::jukaja@taltech.ee::362f4973-aeb2-456d-91ab-e6c0b77fd48b" providerId="AD" clId="Web-{1BFE90A8-0BDD-CD9D-C313-3D93871B90FB}" dt="2025-10-21T20:17:07.398" v="200" actId="14100"/>
          <ac:picMkLst>
            <pc:docMk/>
            <pc:sldMk cId="115709552" sldId="338"/>
            <ac:picMk id="9" creationId="{7F481696-8DBA-5731-947C-9082631A8AA8}"/>
          </ac:picMkLst>
        </pc:picChg>
        <pc:inkChg chg="mod">
          <ac:chgData name="Jüri Kajava" userId="S::jukaja@taltech.ee::362f4973-aeb2-456d-91ab-e6c0b77fd48b" providerId="AD" clId="Web-{1BFE90A8-0BDD-CD9D-C313-3D93871B90FB}" dt="2025-10-21T20:17:13.179" v="202" actId="1076"/>
          <ac:inkMkLst>
            <pc:docMk/>
            <pc:sldMk cId="115709552" sldId="338"/>
            <ac:inkMk id="3" creationId="{FCFF3C2F-50B2-D057-5950-5E1489444E09}"/>
          </ac:inkMkLst>
        </pc:inkChg>
        <pc:inkChg chg="mod">
          <ac:chgData name="Jüri Kajava" userId="S::jukaja@taltech.ee::362f4973-aeb2-456d-91ab-e6c0b77fd48b" providerId="AD" clId="Web-{1BFE90A8-0BDD-CD9D-C313-3D93871B90FB}" dt="2025-10-21T20:17:09.929" v="201" actId="1076"/>
          <ac:inkMkLst>
            <pc:docMk/>
            <pc:sldMk cId="115709552" sldId="338"/>
            <ac:inkMk id="8" creationId="{C157E9EF-FCD6-0E52-5589-36FF825EA6D1}"/>
          </ac:inkMkLst>
        </pc:inkChg>
      </pc:sldChg>
      <pc:sldChg chg="addSp delSp modSp new">
        <pc:chgData name="Jüri Kajava" userId="S::jukaja@taltech.ee::362f4973-aeb2-456d-91ab-e6c0b77fd48b" providerId="AD" clId="Web-{1BFE90A8-0BDD-CD9D-C313-3D93871B90FB}" dt="2025-10-21T20:01:58.877" v="196" actId="1076"/>
        <pc:sldMkLst>
          <pc:docMk/>
          <pc:sldMk cId="673893993" sldId="342"/>
        </pc:sldMkLst>
        <pc:spChg chg="mod">
          <ac:chgData name="Jüri Kajava" userId="S::jukaja@taltech.ee::362f4973-aeb2-456d-91ab-e6c0b77fd48b" providerId="AD" clId="Web-{1BFE90A8-0BDD-CD9D-C313-3D93871B90FB}" dt="2025-10-21T19:18:23.482" v="123" actId="1076"/>
          <ac:spMkLst>
            <pc:docMk/>
            <pc:sldMk cId="673893993" sldId="342"/>
            <ac:spMk id="2" creationId="{5D2639C2-CB73-54AE-7D12-B244ED502E25}"/>
          </ac:spMkLst>
        </pc:spChg>
        <pc:spChg chg="del">
          <ac:chgData name="Jüri Kajava" userId="S::jukaja@taltech.ee::362f4973-aeb2-456d-91ab-e6c0b77fd48b" providerId="AD" clId="Web-{1BFE90A8-0BDD-CD9D-C313-3D93871B90FB}" dt="2025-10-21T19:06:20.576" v="13"/>
          <ac:spMkLst>
            <pc:docMk/>
            <pc:sldMk cId="673893993" sldId="342"/>
            <ac:spMk id="3" creationId="{53C17538-6450-9FE0-C595-FE82A581A54E}"/>
          </ac:spMkLst>
        </pc:spChg>
        <pc:spChg chg="del">
          <ac:chgData name="Jüri Kajava" userId="S::jukaja@taltech.ee::362f4973-aeb2-456d-91ab-e6c0b77fd48b" providerId="AD" clId="Web-{1BFE90A8-0BDD-CD9D-C313-3D93871B90FB}" dt="2025-10-21T19:06:57.217" v="22"/>
          <ac:spMkLst>
            <pc:docMk/>
            <pc:sldMk cId="673893993" sldId="342"/>
            <ac:spMk id="4" creationId="{C52849AF-A7BF-1262-DC59-C5B5742255EE}"/>
          </ac:spMkLst>
        </pc:spChg>
        <pc:spChg chg="mod">
          <ac:chgData name="Jüri Kajava" userId="S::jukaja@taltech.ee::362f4973-aeb2-456d-91ab-e6c0b77fd48b" providerId="AD" clId="Web-{1BFE90A8-0BDD-CD9D-C313-3D93871B90FB}" dt="2025-10-21T19:48:17.001" v="180" actId="20577"/>
          <ac:spMkLst>
            <pc:docMk/>
            <pc:sldMk cId="673893993" sldId="342"/>
            <ac:spMk id="5" creationId="{F907D2A0-BC9B-3899-845E-B4FE0EFA4469}"/>
          </ac:spMkLst>
        </pc:spChg>
        <pc:spChg chg="add del">
          <ac:chgData name="Jüri Kajava" userId="S::jukaja@taltech.ee::362f4973-aeb2-456d-91ab-e6c0b77fd48b" providerId="AD" clId="Web-{1BFE90A8-0BDD-CD9D-C313-3D93871B90FB}" dt="2025-10-21T19:08:29.952" v="25"/>
          <ac:spMkLst>
            <pc:docMk/>
            <pc:sldMk cId="673893993" sldId="342"/>
            <ac:spMk id="7" creationId="{D1610598-8F0B-5D91-55E9-6BDAAF0F76E0}"/>
          </ac:spMkLst>
        </pc:spChg>
        <pc:spChg chg="add del mod">
          <ac:chgData name="Jüri Kajava" userId="S::jukaja@taltech.ee::362f4973-aeb2-456d-91ab-e6c0b77fd48b" providerId="AD" clId="Web-{1BFE90A8-0BDD-CD9D-C313-3D93871B90FB}" dt="2025-10-21T19:17:50.310" v="101"/>
          <ac:spMkLst>
            <pc:docMk/>
            <pc:sldMk cId="673893993" sldId="342"/>
            <ac:spMk id="8" creationId="{106F009F-8DC9-3219-FE47-C1029E06C32A}"/>
          </ac:spMkLst>
        </pc:spChg>
        <pc:spChg chg="add del">
          <ac:chgData name="Jüri Kajava" userId="S::jukaja@taltech.ee::362f4973-aeb2-456d-91ab-e6c0b77fd48b" providerId="AD" clId="Web-{1BFE90A8-0BDD-CD9D-C313-3D93871B90FB}" dt="2025-10-21T19:13:38.238" v="57"/>
          <ac:spMkLst>
            <pc:docMk/>
            <pc:sldMk cId="673893993" sldId="342"/>
            <ac:spMk id="9" creationId="{49C92BB2-4D89-8356-864A-F0DAAA984BED}"/>
          </ac:spMkLst>
        </pc:spChg>
        <pc:spChg chg="add del mod">
          <ac:chgData name="Jüri Kajava" userId="S::jukaja@taltech.ee::362f4973-aeb2-456d-91ab-e6c0b77fd48b" providerId="AD" clId="Web-{1BFE90A8-0BDD-CD9D-C313-3D93871B90FB}" dt="2025-10-21T19:16:14.760" v="87"/>
          <ac:spMkLst>
            <pc:docMk/>
            <pc:sldMk cId="673893993" sldId="342"/>
            <ac:spMk id="10" creationId="{636713F7-ECD7-3B09-0FC5-3A447B41568D}"/>
          </ac:spMkLst>
        </pc:spChg>
        <pc:spChg chg="add del mod">
          <ac:chgData name="Jüri Kajava" userId="S::jukaja@taltech.ee::362f4973-aeb2-456d-91ab-e6c0b77fd48b" providerId="AD" clId="Web-{1BFE90A8-0BDD-CD9D-C313-3D93871B90FB}" dt="2025-10-21T19:46:11.637" v="160"/>
          <ac:spMkLst>
            <pc:docMk/>
            <pc:sldMk cId="673893993" sldId="342"/>
            <ac:spMk id="14" creationId="{98498077-47AD-2B19-7A78-A01AA2670707}"/>
          </ac:spMkLst>
        </pc:spChg>
        <pc:picChg chg="add del mod ord modCrop">
          <ac:chgData name="Jüri Kajava" userId="S::jukaja@taltech.ee::362f4973-aeb2-456d-91ab-e6c0b77fd48b" providerId="AD" clId="Web-{1BFE90A8-0BDD-CD9D-C313-3D93871B90FB}" dt="2025-10-21T19:45:57.746" v="159"/>
          <ac:picMkLst>
            <pc:docMk/>
            <pc:sldMk cId="673893993" sldId="342"/>
            <ac:picMk id="6" creationId="{6CBD5564-EE93-4670-9DC4-B9463D83FA02}"/>
          </ac:picMkLst>
        </pc:picChg>
        <pc:picChg chg="add del mod">
          <ac:chgData name="Jüri Kajava" userId="S::jukaja@taltech.ee::362f4973-aeb2-456d-91ab-e6c0b77fd48b" providerId="AD" clId="Web-{1BFE90A8-0BDD-CD9D-C313-3D93871B90FB}" dt="2025-10-21T19:16:24.323" v="90"/>
          <ac:picMkLst>
            <pc:docMk/>
            <pc:sldMk cId="673893993" sldId="342"/>
            <ac:picMk id="11" creationId="{54273315-C44B-276C-0F4C-8F41D6259571}"/>
          </ac:picMkLst>
        </pc:picChg>
        <pc:picChg chg="add mod">
          <ac:chgData name="Jüri Kajava" userId="S::jukaja@taltech.ee::362f4973-aeb2-456d-91ab-e6c0b77fd48b" providerId="AD" clId="Web-{1BFE90A8-0BDD-CD9D-C313-3D93871B90FB}" dt="2025-10-21T19:47:16.170" v="168" actId="14100"/>
          <ac:picMkLst>
            <pc:docMk/>
            <pc:sldMk cId="673893993" sldId="342"/>
            <ac:picMk id="12" creationId="{8EA2AAC6-946D-08AE-5A39-58427053976F}"/>
          </ac:picMkLst>
        </pc:picChg>
        <pc:picChg chg="add mod">
          <ac:chgData name="Jüri Kajava" userId="S::jukaja@taltech.ee::362f4973-aeb2-456d-91ab-e6c0b77fd48b" providerId="AD" clId="Web-{1BFE90A8-0BDD-CD9D-C313-3D93871B90FB}" dt="2025-10-21T20:01:58.877" v="196" actId="1076"/>
          <ac:picMkLst>
            <pc:docMk/>
            <pc:sldMk cId="673893993" sldId="342"/>
            <ac:picMk id="15" creationId="{0ECF0DBA-507F-7908-DE6E-065B62157387}"/>
          </ac:picMkLst>
        </pc:picChg>
      </pc:sldChg>
      <pc:sldChg chg="addSp delSp modSp new">
        <pc:chgData name="Jüri Kajava" userId="S::jukaja@taltech.ee::362f4973-aeb2-456d-91ab-e6c0b77fd48b" providerId="AD" clId="Web-{1BFE90A8-0BDD-CD9D-C313-3D93871B90FB}" dt="2025-10-21T19:54:48.701" v="191" actId="1076"/>
        <pc:sldMkLst>
          <pc:docMk/>
          <pc:sldMk cId="2791674766" sldId="343"/>
        </pc:sldMkLst>
        <pc:spChg chg="mod">
          <ac:chgData name="Jüri Kajava" userId="S::jukaja@taltech.ee::362f4973-aeb2-456d-91ab-e6c0b77fd48b" providerId="AD" clId="Web-{1BFE90A8-0BDD-CD9D-C313-3D93871B90FB}" dt="2025-10-21T19:47:22.592" v="171" actId="1076"/>
          <ac:spMkLst>
            <pc:docMk/>
            <pc:sldMk cId="2791674766" sldId="343"/>
            <ac:spMk id="2" creationId="{FEC8BED4-E70A-D17C-A7F6-7826477EC7FF}"/>
          </ac:spMkLst>
        </pc:spChg>
        <pc:spChg chg="add del">
          <ac:chgData name="Jüri Kajava" userId="S::jukaja@taltech.ee::362f4973-aeb2-456d-91ab-e6c0b77fd48b" providerId="AD" clId="Web-{1BFE90A8-0BDD-CD9D-C313-3D93871B90FB}" dt="2025-10-21T19:16:28.839" v="93"/>
          <ac:spMkLst>
            <pc:docMk/>
            <pc:sldMk cId="2791674766" sldId="343"/>
            <ac:spMk id="3" creationId="{6D558A6E-F878-7D53-4377-E3B63BC5E99D}"/>
          </ac:spMkLst>
        </pc:spChg>
        <pc:spChg chg="add del mod">
          <ac:chgData name="Jüri Kajava" userId="S::jukaja@taltech.ee::362f4973-aeb2-456d-91ab-e6c0b77fd48b" providerId="AD" clId="Web-{1BFE90A8-0BDD-CD9D-C313-3D93871B90FB}" dt="2025-10-21T19:38:26.258" v="138"/>
          <ac:spMkLst>
            <pc:docMk/>
            <pc:sldMk cId="2791674766" sldId="343"/>
            <ac:spMk id="8" creationId="{636713F7-ECD7-3B09-0FC5-3A447B41568D}"/>
          </ac:spMkLst>
        </pc:spChg>
        <pc:picChg chg="add del mod ord">
          <ac:chgData name="Jüri Kajava" userId="S::jukaja@taltech.ee::362f4973-aeb2-456d-91ab-e6c0b77fd48b" providerId="AD" clId="Web-{1BFE90A8-0BDD-CD9D-C313-3D93871B90FB}" dt="2025-10-21T19:16:00.963" v="80"/>
          <ac:picMkLst>
            <pc:docMk/>
            <pc:sldMk cId="2791674766" sldId="343"/>
            <ac:picMk id="6" creationId="{C65ACDA5-0ED0-294A-30C0-1FD0E491CF97}"/>
          </ac:picMkLst>
        </pc:picChg>
        <pc:picChg chg="add del mod ord">
          <ac:chgData name="Jüri Kajava" userId="S::jukaja@taltech.ee::362f4973-aeb2-456d-91ab-e6c0b77fd48b" providerId="AD" clId="Web-{1BFE90A8-0BDD-CD9D-C313-3D93871B90FB}" dt="2025-10-21T19:16:08.307" v="84"/>
          <ac:picMkLst>
            <pc:docMk/>
            <pc:sldMk cId="2791674766" sldId="343"/>
            <ac:picMk id="7" creationId="{2F9F78E8-6351-99C1-B33A-87FF372D9C62}"/>
          </ac:picMkLst>
        </pc:picChg>
        <pc:picChg chg="add del mod ord">
          <ac:chgData name="Jüri Kajava" userId="S::jukaja@taltech.ee::362f4973-aeb2-456d-91ab-e6c0b77fd48b" providerId="AD" clId="Web-{1BFE90A8-0BDD-CD9D-C313-3D93871B90FB}" dt="2025-10-21T19:16:26.932" v="92"/>
          <ac:picMkLst>
            <pc:docMk/>
            <pc:sldMk cId="2791674766" sldId="343"/>
            <ac:picMk id="9" creationId="{8219F09C-2078-2E72-5F3A-364F69AE2BC8}"/>
          </ac:picMkLst>
        </pc:picChg>
        <pc:picChg chg="add mod">
          <ac:chgData name="Jüri Kajava" userId="S::jukaja@taltech.ee::362f4973-aeb2-456d-91ab-e6c0b77fd48b" providerId="AD" clId="Web-{1BFE90A8-0BDD-CD9D-C313-3D93871B90FB}" dt="2025-10-21T19:54:48.701" v="191" actId="1076"/>
          <ac:picMkLst>
            <pc:docMk/>
            <pc:sldMk cId="2791674766" sldId="343"/>
            <ac:picMk id="10" creationId="{CB2D7D20-10D5-9EAE-0A16-D76D36462FE7}"/>
          </ac:picMkLst>
        </pc:picChg>
        <pc:picChg chg="add del mod ord">
          <ac:chgData name="Jüri Kajava" userId="S::jukaja@taltech.ee::362f4973-aeb2-456d-91ab-e6c0b77fd48b" providerId="AD" clId="Web-{1BFE90A8-0BDD-CD9D-C313-3D93871B90FB}" dt="2025-10-21T19:54:30.622" v="185"/>
          <ac:picMkLst>
            <pc:docMk/>
            <pc:sldMk cId="2791674766" sldId="343"/>
            <ac:picMk id="11" creationId="{B1544E09-4DDB-F957-F102-AAD7BE9A4A56}"/>
          </ac:picMkLst>
        </pc:picChg>
        <pc:picChg chg="add mod ord">
          <ac:chgData name="Jüri Kajava" userId="S::jukaja@taltech.ee::362f4973-aeb2-456d-91ab-e6c0b77fd48b" providerId="AD" clId="Web-{1BFE90A8-0BDD-CD9D-C313-3D93871B90FB}" dt="2025-10-21T19:54:43.826" v="190"/>
          <ac:picMkLst>
            <pc:docMk/>
            <pc:sldMk cId="2791674766" sldId="343"/>
            <ac:picMk id="12" creationId="{6A4770A4-BE8B-BBD4-881C-7CE508CA9EB0}"/>
          </ac:picMkLst>
        </pc:picChg>
      </pc:sldChg>
      <pc:sldChg chg="delSp new del">
        <pc:chgData name="Jüri Kajava" userId="S::jukaja@taltech.ee::362f4973-aeb2-456d-91ab-e6c0b77fd48b" providerId="AD" clId="Web-{1BFE90A8-0BDD-CD9D-C313-3D93871B90FB}" dt="2025-10-21T20:16:36.648" v="199"/>
        <pc:sldMkLst>
          <pc:docMk/>
          <pc:sldMk cId="731994041" sldId="344"/>
        </pc:sldMkLst>
        <pc:spChg chg="del">
          <ac:chgData name="Jüri Kajava" userId="S::jukaja@taltech.ee::362f4973-aeb2-456d-91ab-e6c0b77fd48b" providerId="AD" clId="Web-{1BFE90A8-0BDD-CD9D-C313-3D93871B90FB}" dt="2025-10-21T19:49:37.505" v="184"/>
          <ac:spMkLst>
            <pc:docMk/>
            <pc:sldMk cId="731994041" sldId="344"/>
            <ac:spMk id="3" creationId="{ED827CB6-47D1-4159-FB3E-4BDA070853CF}"/>
          </ac:spMkLst>
        </pc:spChg>
        <pc:spChg chg="del">
          <ac:chgData name="Jüri Kajava" userId="S::jukaja@taltech.ee::362f4973-aeb2-456d-91ab-e6c0b77fd48b" providerId="AD" clId="Web-{1BFE90A8-0BDD-CD9D-C313-3D93871B90FB}" dt="2025-10-21T19:49:36.536" v="183"/>
          <ac:spMkLst>
            <pc:docMk/>
            <pc:sldMk cId="731994041" sldId="344"/>
            <ac:spMk id="4" creationId="{25018356-E799-3ABF-0453-F1A7001FC59F}"/>
          </ac:spMkLst>
        </pc:spChg>
      </pc:sldChg>
      <pc:sldChg chg="delSp new del ord">
        <pc:chgData name="Jüri Kajava" userId="S::jukaja@taltech.ee::362f4973-aeb2-456d-91ab-e6c0b77fd48b" providerId="AD" clId="Web-{1BFE90A8-0BDD-CD9D-C313-3D93871B90FB}" dt="2025-10-21T20:03:59.363" v="198"/>
        <pc:sldMkLst>
          <pc:docMk/>
          <pc:sldMk cId="3125747043" sldId="345"/>
        </pc:sldMkLst>
        <pc:spChg chg="del">
          <ac:chgData name="Jüri Kajava" userId="S::jukaja@taltech.ee::362f4973-aeb2-456d-91ab-e6c0b77fd48b" providerId="AD" clId="Web-{1BFE90A8-0BDD-CD9D-C313-3D93871B90FB}" dt="2025-10-21T19:56:30.577" v="193"/>
          <ac:spMkLst>
            <pc:docMk/>
            <pc:sldMk cId="3125747043" sldId="345"/>
            <ac:spMk id="3" creationId="{632150A2-11EE-E979-63E8-2FC4E8CCBF2C}"/>
          </ac:spMkLst>
        </pc:spChg>
        <pc:spChg chg="del">
          <ac:chgData name="Jüri Kajava" userId="S::jukaja@taltech.ee::362f4973-aeb2-456d-91ab-e6c0b77fd48b" providerId="AD" clId="Web-{1BFE90A8-0BDD-CD9D-C313-3D93871B90FB}" dt="2025-10-21T19:56:34.202" v="194"/>
          <ac:spMkLst>
            <pc:docMk/>
            <pc:sldMk cId="3125747043" sldId="345"/>
            <ac:spMk id="4" creationId="{A8A17150-9D6D-489D-C802-FD9B9E13D05E}"/>
          </ac:spMkLst>
        </pc:spChg>
      </pc:sldChg>
      <pc:sldChg chg="new del">
        <pc:chgData name="Jüri Kajava" userId="S::jukaja@taltech.ee::362f4973-aeb2-456d-91ab-e6c0b77fd48b" providerId="AD" clId="Web-{1BFE90A8-0BDD-CD9D-C313-3D93871B90FB}" dt="2025-10-21T20:18:52.946" v="215"/>
        <pc:sldMkLst>
          <pc:docMk/>
          <pc:sldMk cId="2880409839" sldId="348"/>
        </pc:sldMkLst>
      </pc:sldChg>
      <pc:sldChg chg="new del">
        <pc:chgData name="Jüri Kajava" userId="S::jukaja@taltech.ee::362f4973-aeb2-456d-91ab-e6c0b77fd48b" providerId="AD" clId="Web-{1BFE90A8-0BDD-CD9D-C313-3D93871B90FB}" dt="2025-10-21T20:17:28.820" v="206"/>
        <pc:sldMkLst>
          <pc:docMk/>
          <pc:sldMk cId="3391897635" sldId="348"/>
        </pc:sldMkLst>
      </pc:sldChg>
      <pc:sldChg chg="addSp delSp modSp new">
        <pc:chgData name="Jüri Kajava" userId="S::jukaja@taltech.ee::362f4973-aeb2-456d-91ab-e6c0b77fd48b" providerId="AD" clId="Web-{1BFE90A8-0BDD-CD9D-C313-3D93871B90FB}" dt="2025-10-21T20:19:26.883" v="240" actId="20577"/>
        <pc:sldMkLst>
          <pc:docMk/>
          <pc:sldMk cId="3783073228" sldId="348"/>
        </pc:sldMkLst>
        <pc:spChg chg="mod">
          <ac:chgData name="Jüri Kajava" userId="S::jukaja@taltech.ee::362f4973-aeb2-456d-91ab-e6c0b77fd48b" providerId="AD" clId="Web-{1BFE90A8-0BDD-CD9D-C313-3D93871B90FB}" dt="2025-10-21T20:19:26.883" v="240" actId="20577"/>
          <ac:spMkLst>
            <pc:docMk/>
            <pc:sldMk cId="3783073228" sldId="348"/>
            <ac:spMk id="2" creationId="{97C063D5-13A4-98DF-69DE-DB3C5493E107}"/>
          </ac:spMkLst>
        </pc:spChg>
        <pc:spChg chg="del">
          <ac:chgData name="Jüri Kajava" userId="S::jukaja@taltech.ee::362f4973-aeb2-456d-91ab-e6c0b77fd48b" providerId="AD" clId="Web-{1BFE90A8-0BDD-CD9D-C313-3D93871B90FB}" dt="2025-10-21T20:19:04.961" v="217"/>
          <ac:spMkLst>
            <pc:docMk/>
            <pc:sldMk cId="3783073228" sldId="348"/>
            <ac:spMk id="4" creationId="{E598CD3B-D1E1-D802-6910-111DA6D6DBAB}"/>
          </ac:spMkLst>
        </pc:spChg>
        <pc:picChg chg="add mod">
          <ac:chgData name="Jüri Kajava" userId="S::jukaja@taltech.ee::362f4973-aeb2-456d-91ab-e6c0b77fd48b" providerId="AD" clId="Web-{1BFE90A8-0BDD-CD9D-C313-3D93871B90FB}" dt="2025-10-21T20:19:12.852" v="221" actId="1076"/>
          <ac:picMkLst>
            <pc:docMk/>
            <pc:sldMk cId="3783073228" sldId="348"/>
            <ac:picMk id="6" creationId="{838FCEFC-3CDB-FBED-4FB7-B74E98E58620}"/>
          </ac:picMkLst>
        </pc:picChg>
      </pc:sldChg>
    </pc:docChg>
  </pc:docChgLst>
  <pc:docChgLst>
    <pc:chgData name="Karl Romet De La Torre" userId="S::karlde@taltech.ee::0172a0a9-b8c9-4a6d-a0d2-213e8320e701" providerId="AD" clId="Web-{1B0A317B-3A47-EA76-E15C-0F1E022A2EDA}"/>
    <pc:docChg chg="addSld modSld modSection">
      <pc:chgData name="Karl Romet De La Torre" userId="S::karlde@taltech.ee::0172a0a9-b8c9-4a6d-a0d2-213e8320e701" providerId="AD" clId="Web-{1B0A317B-3A47-EA76-E15C-0F1E022A2EDA}" dt="2025-10-21T09:49:25.017" v="9" actId="1076"/>
      <pc:docMkLst>
        <pc:docMk/>
      </pc:docMkLst>
      <pc:sldChg chg="addSp delSp modSp new">
        <pc:chgData name="Karl Romet De La Torre" userId="S::karlde@taltech.ee::0172a0a9-b8c9-4a6d-a0d2-213e8320e701" providerId="AD" clId="Web-{1B0A317B-3A47-EA76-E15C-0F1E022A2EDA}" dt="2025-10-21T09:49:25.017" v="9" actId="1076"/>
        <pc:sldMkLst>
          <pc:docMk/>
          <pc:sldMk cId="3217507489" sldId="341"/>
        </pc:sldMkLst>
        <pc:spChg chg="mod">
          <ac:chgData name="Karl Romet De La Torre" userId="S::karlde@taltech.ee::0172a0a9-b8c9-4a6d-a0d2-213e8320e701" providerId="AD" clId="Web-{1B0A317B-3A47-EA76-E15C-0F1E022A2EDA}" dt="2025-10-21T09:48:57.564" v="2" actId="20577"/>
          <ac:spMkLst>
            <pc:docMk/>
            <pc:sldMk cId="3217507489" sldId="341"/>
            <ac:spMk id="2" creationId="{3F5B333E-16EE-747D-2596-387DE7A03379}"/>
          </ac:spMkLst>
        </pc:spChg>
        <pc:spChg chg="del">
          <ac:chgData name="Karl Romet De La Torre" userId="S::karlde@taltech.ee::0172a0a9-b8c9-4a6d-a0d2-213e8320e701" providerId="AD" clId="Web-{1B0A317B-3A47-EA76-E15C-0F1E022A2EDA}" dt="2025-10-21T09:48:59.454" v="3"/>
          <ac:spMkLst>
            <pc:docMk/>
            <pc:sldMk cId="3217507489" sldId="341"/>
            <ac:spMk id="3" creationId="{CE749235-CBB1-8A82-4EC8-0CE3012BCCBD}"/>
          </ac:spMkLst>
        </pc:spChg>
        <pc:spChg chg="del">
          <ac:chgData name="Karl Romet De La Torre" userId="S::karlde@taltech.ee::0172a0a9-b8c9-4a6d-a0d2-213e8320e701" providerId="AD" clId="Web-{1B0A317B-3A47-EA76-E15C-0F1E022A2EDA}" dt="2025-10-21T09:49:02.345" v="4"/>
          <ac:spMkLst>
            <pc:docMk/>
            <pc:sldMk cId="3217507489" sldId="341"/>
            <ac:spMk id="4" creationId="{0600DB1E-AB5A-F684-E5A8-ADEFF1BB559F}"/>
          </ac:spMkLst>
        </pc:spChg>
        <pc:spChg chg="del">
          <ac:chgData name="Karl Romet De La Torre" userId="S::karlde@taltech.ee::0172a0a9-b8c9-4a6d-a0d2-213e8320e701" providerId="AD" clId="Web-{1B0A317B-3A47-EA76-E15C-0F1E022A2EDA}" dt="2025-10-21T09:49:21.142" v="8"/>
          <ac:spMkLst>
            <pc:docMk/>
            <pc:sldMk cId="3217507489" sldId="341"/>
            <ac:spMk id="5" creationId="{413A368E-BF7C-3200-7493-85DA732E8474}"/>
          </ac:spMkLst>
        </pc:spChg>
        <pc:picChg chg="add mod">
          <ac:chgData name="Karl Romet De La Torre" userId="S::karlde@taltech.ee::0172a0a9-b8c9-4a6d-a0d2-213e8320e701" providerId="AD" clId="Web-{1B0A317B-3A47-EA76-E15C-0F1E022A2EDA}" dt="2025-10-21T09:49:25.017" v="9" actId="1076"/>
          <ac:picMkLst>
            <pc:docMk/>
            <pc:sldMk cId="3217507489" sldId="341"/>
            <ac:picMk id="7" creationId="{5A621058-DF1A-1C67-D24D-69522EEE271D}"/>
          </ac:picMkLst>
        </pc:picChg>
      </pc:sldChg>
    </pc:docChg>
  </pc:docChgLst>
  <pc:docChgLst>
    <pc:chgData name="Karl Romet De La Torre" userId="S::karlde@taltech.ee::0172a0a9-b8c9-4a6d-a0d2-213e8320e701" providerId="AD" clId="Web-{120B358C-F778-B8F8-ADB0-4583A3C20C8C}"/>
    <pc:docChg chg="delSld modSld modSection">
      <pc:chgData name="Karl Romet De La Torre" userId="S::karlde@taltech.ee::0172a0a9-b8c9-4a6d-a0d2-213e8320e701" providerId="AD" clId="Web-{120B358C-F778-B8F8-ADB0-4583A3C20C8C}" dt="2025-10-21T13:31:11.461" v="147"/>
      <pc:docMkLst>
        <pc:docMk/>
      </pc:docMkLst>
      <pc:sldChg chg="addSp delSp modSp">
        <pc:chgData name="Karl Romet De La Torre" userId="S::karlde@taltech.ee::0172a0a9-b8c9-4a6d-a0d2-213e8320e701" providerId="AD" clId="Web-{120B358C-F778-B8F8-ADB0-4583A3C20C8C}" dt="2025-10-21T10:57:09.191" v="30"/>
        <pc:sldMkLst>
          <pc:docMk/>
          <pc:sldMk cId="1344556113" sldId="317"/>
        </pc:sldMkLst>
        <pc:picChg chg="add del mod">
          <ac:chgData name="Karl Romet De La Torre" userId="S::karlde@taltech.ee::0172a0a9-b8c9-4a6d-a0d2-213e8320e701" providerId="AD" clId="Web-{120B358C-F778-B8F8-ADB0-4583A3C20C8C}" dt="2025-10-21T10:57:08.425" v="29"/>
          <ac:picMkLst>
            <pc:docMk/>
            <pc:sldMk cId="1344556113" sldId="317"/>
            <ac:picMk id="3" creationId="{E7FB2CA7-2463-89A8-EA77-37466EEBDC7F}"/>
          </ac:picMkLst>
        </pc:picChg>
        <pc:picChg chg="add del">
          <ac:chgData name="Karl Romet De La Torre" userId="S::karlde@taltech.ee::0172a0a9-b8c9-4a6d-a0d2-213e8320e701" providerId="AD" clId="Web-{120B358C-F778-B8F8-ADB0-4583A3C20C8C}" dt="2025-10-21T10:57:09.191" v="30"/>
          <ac:picMkLst>
            <pc:docMk/>
            <pc:sldMk cId="1344556113" sldId="317"/>
            <ac:picMk id="5" creationId="{8218AF29-7B05-63DF-8753-330E8D94C671}"/>
          </ac:picMkLst>
        </pc:picChg>
      </pc:sldChg>
      <pc:sldChg chg="addSp delSp modSp modNotes">
        <pc:chgData name="Karl Romet De La Torre" userId="S::karlde@taltech.ee::0172a0a9-b8c9-4a6d-a0d2-213e8320e701" providerId="AD" clId="Web-{120B358C-F778-B8F8-ADB0-4583A3C20C8C}" dt="2025-10-21T13:31:11.461" v="147"/>
        <pc:sldMkLst>
          <pc:docMk/>
          <pc:sldMk cId="2181591381" sldId="334"/>
        </pc:sldMkLst>
        <pc:picChg chg="add del">
          <ac:chgData name="Karl Romet De La Torre" userId="S::karlde@taltech.ee::0172a0a9-b8c9-4a6d-a0d2-213e8320e701" providerId="AD" clId="Web-{120B358C-F778-B8F8-ADB0-4583A3C20C8C}" dt="2025-10-21T10:55:32.611" v="20"/>
          <ac:picMkLst>
            <pc:docMk/>
            <pc:sldMk cId="2181591381" sldId="334"/>
            <ac:picMk id="3" creationId="{D050F5A5-2D96-D369-4F0F-F12F7A98DA8E}"/>
          </ac:picMkLst>
        </pc:picChg>
        <pc:picChg chg="add del mod">
          <ac:chgData name="Karl Romet De La Torre" userId="S::karlde@taltech.ee::0172a0a9-b8c9-4a6d-a0d2-213e8320e701" providerId="AD" clId="Web-{120B358C-F778-B8F8-ADB0-4583A3C20C8C}" dt="2025-10-21T10:55:29.220" v="18"/>
          <ac:picMkLst>
            <pc:docMk/>
            <pc:sldMk cId="2181591381" sldId="334"/>
            <ac:picMk id="4" creationId="{3EF038B3-1F63-6D35-7D9D-1D72C655EE8E}"/>
          </ac:picMkLst>
        </pc:picChg>
        <pc:picChg chg="add del mod">
          <ac:chgData name="Karl Romet De La Torre" userId="S::karlde@taltech.ee::0172a0a9-b8c9-4a6d-a0d2-213e8320e701" providerId="AD" clId="Web-{120B358C-F778-B8F8-ADB0-4583A3C20C8C}" dt="2025-10-21T10:55:13.704" v="6"/>
          <ac:picMkLst>
            <pc:docMk/>
            <pc:sldMk cId="2181591381" sldId="334"/>
            <ac:picMk id="5" creationId="{6F2456B2-AFDE-AF87-5932-0D6A9FFE2658}"/>
          </ac:picMkLst>
        </pc:picChg>
        <pc:picChg chg="add del mod">
          <ac:chgData name="Karl Romet De La Torre" userId="S::karlde@taltech.ee::0172a0a9-b8c9-4a6d-a0d2-213e8320e701" providerId="AD" clId="Web-{120B358C-F778-B8F8-ADB0-4583A3C20C8C}" dt="2025-10-21T10:55:25.080" v="13"/>
          <ac:picMkLst>
            <pc:docMk/>
            <pc:sldMk cId="2181591381" sldId="334"/>
            <ac:picMk id="6" creationId="{43F24985-9CBD-299E-B1F5-0FAE2E8AF351}"/>
          </ac:picMkLst>
        </pc:picChg>
        <pc:picChg chg="add mod">
          <ac:chgData name="Karl Romet De La Torre" userId="S::karlde@taltech.ee::0172a0a9-b8c9-4a6d-a0d2-213e8320e701" providerId="AD" clId="Web-{120B358C-F778-B8F8-ADB0-4583A3C20C8C}" dt="2025-10-21T10:55:43.299" v="24" actId="1076"/>
          <ac:picMkLst>
            <pc:docMk/>
            <pc:sldMk cId="2181591381" sldId="334"/>
            <ac:picMk id="7" creationId="{C9953268-3530-7579-34D5-61458374FBBB}"/>
          </ac:picMkLst>
        </pc:picChg>
        <pc:picChg chg="add del mod">
          <ac:chgData name="Karl Romet De La Torre" userId="S::karlde@taltech.ee::0172a0a9-b8c9-4a6d-a0d2-213e8320e701" providerId="AD" clId="Web-{120B358C-F778-B8F8-ADB0-4583A3C20C8C}" dt="2025-10-21T10:59:15.662" v="33"/>
          <ac:picMkLst>
            <pc:docMk/>
            <pc:sldMk cId="2181591381" sldId="334"/>
            <ac:picMk id="8" creationId="{8207C719-473C-D848-2BDD-C6E1AD662741}"/>
          </ac:picMkLst>
        </pc:picChg>
        <pc:picChg chg="add mod">
          <ac:chgData name="Karl Romet De La Torre" userId="S::karlde@taltech.ee::0172a0a9-b8c9-4a6d-a0d2-213e8320e701" providerId="AD" clId="Web-{120B358C-F778-B8F8-ADB0-4583A3C20C8C}" dt="2025-10-21T10:59:37.724" v="35" actId="1076"/>
          <ac:picMkLst>
            <pc:docMk/>
            <pc:sldMk cId="2181591381" sldId="334"/>
            <ac:picMk id="9" creationId="{4084E5BF-1A9C-36AF-832B-4D720C2025DC}"/>
          </ac:picMkLst>
        </pc:picChg>
      </pc:sldChg>
      <pc:sldChg chg="del">
        <pc:chgData name="Karl Romet De La Torre" userId="S::karlde@taltech.ee::0172a0a9-b8c9-4a6d-a0d2-213e8320e701" providerId="AD" clId="Web-{120B358C-F778-B8F8-ADB0-4583A3C20C8C}" dt="2025-10-21T11:08:33.589" v="36"/>
        <pc:sldMkLst>
          <pc:docMk/>
          <pc:sldMk cId="2020384576" sldId="336"/>
        </pc:sldMkLst>
      </pc:sldChg>
    </pc:docChg>
  </pc:docChgLst>
  <pc:docChgLst>
    <pc:chgData name="Jüri Kajava" userId="S::jukaja@taltech.ee::362f4973-aeb2-456d-91ab-e6c0b77fd48b" providerId="AD" clId="Web-{9A159663-67C5-45CE-E8CA-268FB5236CE3}"/>
    <pc:docChg chg="delSld modSection">
      <pc:chgData name="Jüri Kajava" userId="S::jukaja@taltech.ee::362f4973-aeb2-456d-91ab-e6c0b77fd48b" providerId="AD" clId="Web-{9A159663-67C5-45CE-E8CA-268FB5236CE3}" dt="2025-10-21T14:07:44.006" v="1"/>
      <pc:docMkLst>
        <pc:docMk/>
      </pc:docMkLst>
      <pc:sldChg chg="del">
        <pc:chgData name="Jüri Kajava" userId="S::jukaja@taltech.ee::362f4973-aeb2-456d-91ab-e6c0b77fd48b" providerId="AD" clId="Web-{9A159663-67C5-45CE-E8CA-268FB5236CE3}" dt="2025-10-21T14:07:44.006" v="1"/>
        <pc:sldMkLst>
          <pc:docMk/>
          <pc:sldMk cId="594795596" sldId="339"/>
        </pc:sldMkLst>
      </pc:sldChg>
      <pc:sldChg chg="del">
        <pc:chgData name="Jüri Kajava" userId="S::jukaja@taltech.ee::362f4973-aeb2-456d-91ab-e6c0b77fd48b" providerId="AD" clId="Web-{9A159663-67C5-45CE-E8CA-268FB5236CE3}" dt="2025-10-21T14:07:41.569" v="0"/>
        <pc:sldMkLst>
          <pc:docMk/>
          <pc:sldMk cId="2707363259" sldId="34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7233B-0833-EF40-A4A4-4DDA2CCDF12B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8668B-42F9-8648-A8AF-436CB12C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76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7T16:11:48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32597 4289 16383 0 0,'5'0'0'0'0,"6"0"0"0"0,7 0 0 0 0,5 0 0 0 0,4 0 0 0 0,2 0 0 0 0,1 0 0 0 0,1 0 0 0 0,0 0 0 0 0,-1 0 0 0 0,0 0 0 0 0,0 0 0 0 0,5 0 0 0 0,1 0 0 0 0,0 0 0 0 0,-2 0 0 0 0,-1 0 0 0 0,-1 0 0 0 0,-2 0 0 0 0,0 0 0 0 0,0 0 0 0 0,-1 0 0 0 0,0 0 0 0 0,0 0 0 0 0,0 0 0 0 0,0 0 0 0 0,1 0 0 0 0,-1 0 0 0 0,0 0 0 0 0,1 0 0 0 0,-1 0 0 0 0,1 0 0 0 0,-1 0 0 0 0,1 0 0 0 0,-1 0 0 0 0,0 0 0 0 0,1 0 0 0 0,-1 0 0 0 0,1 0 0 0 0,-1 0 0 0 0,0 0 0 0 0,1-5 0 0 0,-1-1 0 0 0,1-1 0 0 0,-1 2 0 0 0,0 2 0 0 0,1 0 0 0 0,-1 2 0 0 0,1 1 0 0 0,-1 0 0 0 0,0 0 0 0 0,1 0 0 0 0,-1 0 0 0 0,0 1 0 0 0,1-1 0 0 0,-1 0 0 0 0,1 0 0 0 0,-1 0 0 0 0,0 0 0 0 0,1 0 0 0 0,-1 0 0 0 0,1 0 0 0 0,-1 0 0 0 0,0 0 0 0 0,1 0 0 0 0,-1 0 0 0 0,1 0 0 0 0,-1 0 0 0 0,0 0 0 0 0,1 0 0 0 0,-1 0 0 0 0,1 0 0 0 0,-1 0 0 0 0,0 0 0 0 0,1 0 0 0 0,-1 0 0 0 0,1 0 0 0 0,-1 0 0 0 0,0 0 0 0 0,1 0 0 0 0,-1 0 0 0 0,1 0 0 0 0,-1 0 0 0 0,0 0 0 0 0,-4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7T16:11:48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27490 5345 16383 0 0,'5'0'0'0'0,"7"0"0"0"0,6 0 0 0 0,5 0 0 0 0,4 0 0 0 0,2 0 0 0 0,1 0 0 0 0,1 0 0 0 0,-1 0 0 0 0,1 0 0 0 0,-1 0 0 0 0,0 0 0 0 0,-1 0 0 0 0,1 0 0 0 0,-1 0 0 0 0,1 0 0 0 0,-1 0 0 0 0,0 0 0 0 0,1 0 0 0 0,-1 0 0 0 0,1 0 0 0 0,-1 0 0 0 0,0 0 0 0 0,1 0 0 0 0,-1 0 0 0 0,0 0 0 0 0,1 5 0 0 0,-1 1 0 0 0,1 1 0 0 0,-1-2 0 0 0,0-2 0 0 0,1 0 0 0 0,-1-2 0 0 0,1-1 0 0 0,-1 0 0 0 0,0 0 0 0 0,1 0 0 0 0,-1-1 0 0 0,1 1 0 0 0,-1 0 0 0 0,0 0 0 0 0,1 0 0 0 0,-1 0 0 0 0,1 0 0 0 0,-1 0 0 0 0,0 0 0 0 0,1 0 0 0 0,-1 0 0 0 0,1 0 0 0 0,-1 0 0 0 0,0 0 0 0 0,1 0 0 0 0,-1 0 0 0 0,1 0 0 0 0,-1 0 0 0 0,0 0 0 0 0,1 0 0 0 0,-1 0 0 0 0,1 0 0 0 0,-1 0 0 0 0,0 0 0 0 0,1 0 0 0 0,-1 0 0 0 0,1 0 0 0 0,-1 0 0 0 0,0 0 0 0 0,1 0 0 0 0,-6-5 0 0 0,-1-2 0 0 0,0 1 0 0 0,1 1 0 0 0,-3 1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A5CFB8B-B9EB-4E3F-B143-7BE1A009C8C1}" type="datetimeFigureOut">
              <a:rPr lang="en-US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89D10C4C-EAC2-4D66-B9F8-E052F2E25BCC}" type="slidenum">
              <a:rPr lang="en-US" altLang="et-EE"/>
              <a:pPr>
                <a:defRPr/>
              </a:pPr>
              <a:t>‹#›</a:t>
            </a:fld>
            <a:endParaRPr lang="en-US" altLang="et-EE"/>
          </a:p>
        </p:txBody>
      </p:sp>
    </p:spTree>
    <p:extLst>
      <p:ext uri="{BB962C8B-B14F-4D97-AF65-F5344CB8AC3E}">
        <p14:creationId xmlns:p14="http://schemas.microsoft.com/office/powerpoint/2010/main" val="20348502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t-EE">
                <a:ea typeface="Calibri"/>
                <a:cs typeface="Calibri"/>
              </a:rPr>
              <a:t>Skeemil simuleeritud tulemused olid väga lähedal </a:t>
            </a:r>
            <a:r>
              <a:rPr lang="et-EE" err="1">
                <a:ea typeface="Calibri"/>
                <a:cs typeface="Calibri"/>
              </a:rPr>
              <a:t>maketplaadil</a:t>
            </a:r>
            <a:r>
              <a:rPr lang="et-EE">
                <a:ea typeface="Calibri"/>
                <a:cs typeface="Calibri"/>
              </a:rPr>
              <a:t> mõõdetud tulemustele.</a:t>
            </a:r>
            <a:br>
              <a:rPr lang="et-EE">
                <a:ea typeface="Calibri"/>
                <a:cs typeface="+mn-lt"/>
              </a:rPr>
            </a:br>
            <a:r>
              <a:rPr lang="et-EE"/>
              <a:t>Teise ja kolmanda </a:t>
            </a:r>
            <a:r>
              <a:rPr lang="et-EE" err="1"/>
              <a:t>LED-i</a:t>
            </a:r>
            <a:r>
              <a:rPr lang="et-EE"/>
              <a:t> voolud klappisid praktiliselt simulatsiooniga, kuid esimesel </a:t>
            </a:r>
            <a:r>
              <a:rPr lang="et-EE" err="1"/>
              <a:t>LED-il</a:t>
            </a:r>
            <a:r>
              <a:rPr lang="et-EE"/>
              <a:t> oli vool palju madalam kui oodatud.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10C4C-EAC2-4D66-B9F8-E052F2E25BCC}" type="slidenum">
              <a:rPr lang="en-US" altLang="et-EE" smtClean="0"/>
              <a:pPr>
                <a:defRPr/>
              </a:pPr>
              <a:t>4</a:t>
            </a:fld>
            <a:endParaRPr lang="en-US" altLang="et-EE"/>
          </a:p>
        </p:txBody>
      </p:sp>
    </p:spTree>
    <p:extLst>
      <p:ext uri="{BB962C8B-B14F-4D97-AF65-F5344CB8AC3E}">
        <p14:creationId xmlns:p14="http://schemas.microsoft.com/office/powerpoint/2010/main" val="1032255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t-EE"/>
              <a:t>Koostada skeem, mis hindab valgustatust vahemikus 300-500 luksi ja kasutades selleks kolme LED-i: valgustatus on alla 300 luksi, valgustatus on vahemikus 300-500 luksi ja valgustatus on üle 500 luksi. </a:t>
            </a:r>
            <a:endParaRPr lang="et-EE">
              <a:ea typeface="Verdana"/>
            </a:endParaRPr>
          </a:p>
          <a:p>
            <a:pPr lvl="1"/>
            <a:r>
              <a:rPr lang="et-EE"/>
              <a:t>Lahenduses kasutada analoogkomponente (st Arduino Nano jääb valikust välja). </a:t>
            </a:r>
            <a:endParaRPr lang="et-EE">
              <a:ea typeface="Verdana"/>
            </a:endParaRPr>
          </a:p>
          <a:p>
            <a:pPr lvl="2"/>
            <a:r>
              <a:rPr lang="et-EE"/>
              <a:t>valgustatuse mõõtmine, kohvris oleva fotodioodi sobivus selleks </a:t>
            </a:r>
            <a:endParaRPr lang="et-EE">
              <a:ea typeface="Verdana"/>
            </a:endParaRPr>
          </a:p>
          <a:p>
            <a:pPr lvl="2"/>
            <a:r>
              <a:rPr lang="et-EE"/>
              <a:t>muundur: fotodioodi vool -&gt; pinge </a:t>
            </a:r>
            <a:endParaRPr lang="et-EE">
              <a:ea typeface="Verdana"/>
            </a:endParaRPr>
          </a:p>
          <a:p>
            <a:pPr lvl="2"/>
            <a:r>
              <a:rPr lang="et-EE"/>
              <a:t>valgustatuse näidu tasemete määramine (komparaator ehk comparator) </a:t>
            </a:r>
            <a:endParaRPr lang="et-EE">
              <a:ea typeface="Verdana"/>
            </a:endParaRPr>
          </a:p>
          <a:p>
            <a:pPr lvl="2"/>
            <a:r>
              <a:rPr lang="et-EE"/>
              <a:t>täpsus võiks jääda +-10% suurusjärku võrreldes valgusmõõtjaga</a:t>
            </a:r>
            <a:endParaRPr lang="et-EE">
              <a:solidFill>
                <a:srgbClr val="332B60"/>
              </a:solidFill>
              <a:ea typeface="Verdana"/>
            </a:endParaRPr>
          </a:p>
          <a:p>
            <a:endParaRPr lang="et-E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10C4C-EAC2-4D66-B9F8-E052F2E25BCC}" type="slidenum">
              <a:rPr lang="en-US" altLang="et-EE" smtClean="0"/>
              <a:pPr>
                <a:defRPr/>
              </a:pPr>
              <a:t>5</a:t>
            </a:fld>
            <a:endParaRPr lang="en-US" altLang="et-EE"/>
          </a:p>
        </p:txBody>
      </p:sp>
    </p:spTree>
    <p:extLst>
      <p:ext uri="{BB962C8B-B14F-4D97-AF65-F5344CB8AC3E}">
        <p14:creationId xmlns:p14="http://schemas.microsoft.com/office/powerpoint/2010/main" val="1183216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aslaid ar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3" t="21094" r="-1" b="21589"/>
          <a:stretch/>
        </p:blipFill>
        <p:spPr>
          <a:xfrm>
            <a:off x="-15499" y="-23247"/>
            <a:ext cx="12207498" cy="4940618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0" y="1965075"/>
            <a:ext cx="12192000" cy="4892925"/>
            <a:chOff x="-1" y="1965075"/>
            <a:chExt cx="12192000" cy="4892925"/>
          </a:xfrm>
        </p:grpSpPr>
        <p:sp>
          <p:nvSpPr>
            <p:cNvPr id="10" name="Freeform 9"/>
            <p:cNvSpPr/>
            <p:nvPr userDrawn="1"/>
          </p:nvSpPr>
          <p:spPr>
            <a:xfrm>
              <a:off x="-1" y="3312687"/>
              <a:ext cx="12192000" cy="3545313"/>
            </a:xfrm>
            <a:custGeom>
              <a:avLst/>
              <a:gdLst>
                <a:gd name="connsiteX0" fmla="*/ 986101 w 12192000"/>
                <a:gd name="connsiteY0" fmla="*/ 0 h 3545313"/>
                <a:gd name="connsiteX1" fmla="*/ 12192000 w 12192000"/>
                <a:gd name="connsiteY1" fmla="*/ 0 h 3545313"/>
                <a:gd name="connsiteX2" fmla="*/ 12192000 w 12192000"/>
                <a:gd name="connsiteY2" fmla="*/ 510802 h 3545313"/>
                <a:gd name="connsiteX3" fmla="*/ 12192000 w 12192000"/>
                <a:gd name="connsiteY3" fmla="*/ 1543258 h 3545313"/>
                <a:gd name="connsiteX4" fmla="*/ 12192000 w 12192000"/>
                <a:gd name="connsiteY4" fmla="*/ 3545313 h 3545313"/>
                <a:gd name="connsiteX5" fmla="*/ 986101 w 12192000"/>
                <a:gd name="connsiteY5" fmla="*/ 3545313 h 3545313"/>
                <a:gd name="connsiteX6" fmla="*/ 475299 w 12192000"/>
                <a:gd name="connsiteY6" fmla="*/ 3545313 h 3545313"/>
                <a:gd name="connsiteX7" fmla="*/ 0 w 12192000"/>
                <a:gd name="connsiteY7" fmla="*/ 3545313 h 3545313"/>
                <a:gd name="connsiteX8" fmla="*/ 0 w 12192000"/>
                <a:gd name="connsiteY8" fmla="*/ 1543258 h 3545313"/>
                <a:gd name="connsiteX9" fmla="*/ 475299 w 12192000"/>
                <a:gd name="connsiteY9" fmla="*/ 1543258 h 3545313"/>
                <a:gd name="connsiteX10" fmla="*/ 475299 w 12192000"/>
                <a:gd name="connsiteY10" fmla="*/ 510802 h 3545313"/>
                <a:gd name="connsiteX11" fmla="*/ 986101 w 12192000"/>
                <a:gd name="connsiteY11" fmla="*/ 510802 h 3545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3545313">
                  <a:moveTo>
                    <a:pt x="986101" y="0"/>
                  </a:moveTo>
                  <a:lnTo>
                    <a:pt x="12192000" y="0"/>
                  </a:lnTo>
                  <a:lnTo>
                    <a:pt x="12192000" y="510802"/>
                  </a:lnTo>
                  <a:lnTo>
                    <a:pt x="12192000" y="1543258"/>
                  </a:lnTo>
                  <a:lnTo>
                    <a:pt x="12192000" y="3545313"/>
                  </a:lnTo>
                  <a:lnTo>
                    <a:pt x="986101" y="3545313"/>
                  </a:lnTo>
                  <a:lnTo>
                    <a:pt x="475299" y="3545313"/>
                  </a:lnTo>
                  <a:lnTo>
                    <a:pt x="0" y="3545313"/>
                  </a:lnTo>
                  <a:lnTo>
                    <a:pt x="0" y="1543258"/>
                  </a:lnTo>
                  <a:lnTo>
                    <a:pt x="475299" y="1543258"/>
                  </a:lnTo>
                  <a:lnTo>
                    <a:pt x="475299" y="510802"/>
                  </a:lnTo>
                  <a:lnTo>
                    <a:pt x="986101" y="5108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3" name="Picture 3" descr="C:\Users\ipihu\Desktop\logo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6800" y="1965075"/>
              <a:ext cx="2449513" cy="1371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7" name="Picture 3" descr="C:\Users\ipihu\Desktop\logo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1966097"/>
            <a:ext cx="244951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0" y="-9921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942276" y="4472120"/>
            <a:ext cx="8892396" cy="85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1" i="0" cap="all" baseline="0">
                <a:solidFill>
                  <a:schemeClr val="accent3"/>
                </a:solidFill>
                <a:latin typeface="Verdana" charset="0"/>
              </a:defRPr>
            </a:lvl1pPr>
          </a:lstStyle>
          <a:p>
            <a:r>
              <a:rPr lang="et-EE" sz="3600"/>
              <a:t>Presentatsiooni Pealkiri</a:t>
            </a:r>
            <a:endParaRPr lang="et-EE" sz="3600">
              <a:solidFill>
                <a:schemeClr val="accent1"/>
              </a:solidFill>
            </a:endParaRP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964578" y="5791200"/>
            <a:ext cx="4738535" cy="7827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sz="1800"/>
              <a:t>Nimi </a:t>
            </a:r>
            <a:r>
              <a:rPr lang="et-EE" sz="1800" err="1"/>
              <a:t>Nimeste</a:t>
            </a:r>
            <a:br>
              <a:rPr lang="et-EE" sz="1800"/>
            </a:br>
            <a:r>
              <a:rPr lang="et-EE" sz="1800"/>
              <a:t>Teaduskond / instituut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err="1"/>
              <a:t>Tallinna</a:t>
            </a:r>
            <a:r>
              <a:rPr lang="en-US" sz="1800"/>
              <a:t> </a:t>
            </a:r>
            <a:r>
              <a:rPr lang="en-US" sz="1800" err="1"/>
              <a:t>Tehnikaülikool</a:t>
            </a:r>
            <a:endParaRPr lang="et-EE" sz="180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942276" y="4961733"/>
            <a:ext cx="8892396" cy="4814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1" i="0" cap="all" baseline="0">
                <a:solidFill>
                  <a:schemeClr val="accent3"/>
                </a:solidFill>
                <a:latin typeface="Verdana" charset="0"/>
              </a:defRPr>
            </a:lvl1pPr>
          </a:lstStyle>
          <a:p>
            <a:r>
              <a:rPr lang="et-EE" sz="3600">
                <a:solidFill>
                  <a:schemeClr val="accent1"/>
                </a:solidFill>
              </a:rPr>
              <a:t>vajadusel kahel real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623AA-F127-438E-83EA-5A4B108798A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75767" y="6208816"/>
            <a:ext cx="1916097" cy="365125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2"/>
                </a:solidFill>
                <a:latin typeface="+mn-lt"/>
              </a:defRPr>
            </a:lvl1pPr>
          </a:lstStyle>
          <a:p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580372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4" y="549275"/>
            <a:ext cx="10494517" cy="8108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171700" y="1628776"/>
            <a:ext cx="8802242" cy="4140200"/>
          </a:xfrm>
          <a:prstGeom prst="rect">
            <a:avLst/>
          </a:prstGeom>
        </p:spPr>
        <p:txBody>
          <a:bodyPr lIns="0" tIns="0" rIns="0" bIns="0"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lang="en-US" altLang="en-US" sz="1800" smtClean="0">
                <a:solidFill>
                  <a:srgbClr val="332B60"/>
                </a:solidFill>
              </a:defRPr>
            </a:lvl1pPr>
            <a:lvl2pPr marL="742950" indent="-28575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2pPr>
            <a:lvl3pPr marL="120015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3pPr>
            <a:lvl4pPr>
              <a:defRPr sz="1800">
                <a:solidFill>
                  <a:srgbClr val="332B60"/>
                </a:solidFill>
              </a:defRPr>
            </a:lvl4pPr>
            <a:lvl5pPr marL="1771650" marR="0" indent="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5pPr>
            <a:lvl6pPr marL="25146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6pPr>
            <a:lvl7pPr>
              <a:defRPr sz="1800">
                <a:solidFill>
                  <a:srgbClr val="332B60"/>
                </a:solidFill>
              </a:defRPr>
            </a:lvl7pPr>
          </a:lstStyle>
          <a:p>
            <a:pPr>
              <a:buClr>
                <a:srgbClr val="E4067E"/>
              </a:buClr>
            </a:pPr>
            <a:r>
              <a:rPr lang="en-US" altLang="en-US" sz="1800">
                <a:solidFill>
                  <a:srgbClr val="332B60"/>
                </a:solidFill>
                <a:latin typeface="+mn-lt"/>
              </a:rPr>
              <a:t>Vivamus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hendrerit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Proin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dapibus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Praesent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ultrice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ces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nulla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sit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amet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lacus.</a:t>
            </a:r>
          </a:p>
          <a:p>
            <a:pPr lvl="1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</a:rPr>
              <a:t>Ut</a:t>
            </a:r>
            <a:r>
              <a:rPr lang="en-US" altLang="en-US" sz="1800">
                <a:solidFill>
                  <a:srgbClr val="332B60"/>
                </a:solidFill>
              </a:rPr>
              <a:t> vitae </a:t>
            </a:r>
            <a:r>
              <a:rPr lang="en-US" altLang="en-US" sz="1800" err="1">
                <a:solidFill>
                  <a:srgbClr val="332B60"/>
                </a:solidFill>
              </a:rPr>
              <a:t>nunc</a:t>
            </a:r>
            <a:r>
              <a:rPr lang="en-US" altLang="en-US" sz="1800">
                <a:solidFill>
                  <a:srgbClr val="332B60"/>
                </a:solidFill>
              </a:rPr>
              <a:t> non </a:t>
            </a:r>
            <a:r>
              <a:rPr lang="en-US" altLang="en-US" sz="1800" err="1">
                <a:solidFill>
                  <a:srgbClr val="332B60"/>
                </a:solidFill>
              </a:rPr>
              <a:t>pede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tristique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sagittis</a:t>
            </a:r>
            <a:r>
              <a:rPr lang="en-US" altLang="en-US" sz="1800">
                <a:solidFill>
                  <a:srgbClr val="332B60"/>
                </a:solidFill>
              </a:rPr>
              <a:t>. </a:t>
            </a:r>
            <a:r>
              <a:rPr lang="en-US" altLang="en-US" sz="1800" err="1">
                <a:solidFill>
                  <a:srgbClr val="332B60"/>
                </a:solidFill>
              </a:rPr>
              <a:t>Aliquam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imperdiet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elit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vel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justo</a:t>
            </a:r>
            <a:r>
              <a:rPr lang="en-US" altLang="en-US" sz="1800">
                <a:solidFill>
                  <a:srgbClr val="332B60"/>
                </a:solidFill>
              </a:rPr>
              <a:t>. </a:t>
            </a:r>
          </a:p>
          <a:p>
            <a:pPr lvl="2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</a:rPr>
              <a:t>Quisque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porttitor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imperiandiet</a:t>
            </a:r>
            <a:r>
              <a:rPr lang="en-US" altLang="en-US" sz="1800">
                <a:solidFill>
                  <a:srgbClr val="332B60"/>
                </a:solidFill>
              </a:rPr>
              <a:t> qua.</a:t>
            </a:r>
          </a:p>
          <a:p>
            <a:pPr lvl="3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</a:p>
          <a:p>
            <a:pPr lvl="4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</a:p>
          <a:p>
            <a:pPr lvl="5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  <a:endParaRPr lang="en-US" altLang="en-US">
              <a:solidFill>
                <a:srgbClr val="332B60"/>
              </a:solidFill>
            </a:endParaRPr>
          </a:p>
          <a:p>
            <a:pPr>
              <a:buClr>
                <a:srgbClr val="E4067E"/>
              </a:buClr>
            </a:pPr>
            <a:r>
              <a:rPr lang="et-EE" altLang="en-US" sz="1800">
                <a:solidFill>
                  <a:srgbClr val="332B60"/>
                </a:solidFill>
                <a:latin typeface="+mn-lt"/>
              </a:rPr>
              <a:t>B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ibendum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hendrerit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,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rutrum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ut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,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turpis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Sed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velit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</a:p>
          <a:p>
            <a:pPr lvl="1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</a:rPr>
              <a:t>Sed</a:t>
            </a:r>
            <a:r>
              <a:rPr lang="en-US" altLang="en-US" sz="1800">
                <a:solidFill>
                  <a:srgbClr val="332B60"/>
                </a:solidFill>
              </a:rPr>
              <a:t> semper </a:t>
            </a:r>
            <a:r>
              <a:rPr lang="en-US" altLang="en-US" sz="1800" err="1">
                <a:solidFill>
                  <a:srgbClr val="332B60"/>
                </a:solidFill>
              </a:rPr>
              <a:t>augue</a:t>
            </a:r>
            <a:r>
              <a:rPr lang="en-US" altLang="en-US" sz="1800">
                <a:solidFill>
                  <a:srgbClr val="332B60"/>
                </a:solidFill>
              </a:rPr>
              <a:t>.</a:t>
            </a:r>
          </a:p>
          <a:p>
            <a:pPr marL="2514600" marR="0" lvl="5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t-EE"/>
          </a:p>
          <a:p>
            <a:pPr marL="2057400" marR="0" lvl="4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t-EE"/>
          </a:p>
          <a:p>
            <a:pPr lvl="2"/>
            <a:endParaRPr lang="et-EE"/>
          </a:p>
          <a:p>
            <a:pPr lvl="0"/>
            <a:endParaRPr lang="et-EE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0B6D22-8E33-087D-58B0-A64C96D7A3B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767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026" userDrawn="1">
          <p15:clr>
            <a:srgbClr val="FBAE40"/>
          </p15:clr>
        </p15:guide>
        <p15:guide id="3" pos="136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ja gra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49275"/>
            <a:ext cx="10494517" cy="80277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  <a:lvl2pPr>
              <a:defRPr sz="2500"/>
            </a:lvl2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14" name="Chart Placeholder 13"/>
          <p:cNvSpPr>
            <a:spLocks noGrp="1"/>
          </p:cNvSpPr>
          <p:nvPr>
            <p:ph type="chart" sz="quarter" idx="15"/>
          </p:nvPr>
        </p:nvSpPr>
        <p:spPr>
          <a:xfrm>
            <a:off x="2183498" y="3244275"/>
            <a:ext cx="8790444" cy="253088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2171700" y="2144993"/>
            <a:ext cx="8790444" cy="901807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 baseline="0">
                <a:solidFill>
                  <a:srgbClr val="332B60"/>
                </a:solidFill>
                <a:latin typeface="Verdana" charset="0"/>
              </a:defRPr>
            </a:lvl1pPr>
            <a:lvl2pPr marL="742950" indent="-28575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2pPr>
            <a:lvl3pPr marL="11430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3pPr>
            <a:lvl4pPr marL="1371600" indent="0">
              <a:buFont typeface="Verdana" panose="020B0604030504040204" pitchFamily="34" charset="0"/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2171700" y="1628776"/>
            <a:ext cx="8790444" cy="41366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A13D0F-1F42-8B6D-EC1F-C4A1E322837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2421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026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4" y="549275"/>
            <a:ext cx="10656887" cy="81088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171700" y="1628776"/>
            <a:ext cx="8964612" cy="388032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2171700" y="2196270"/>
            <a:ext cx="8964613" cy="3572706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1"/>
          <p:cNvSpPr txBox="1">
            <a:spLocks/>
          </p:cNvSpPr>
          <p:nvPr userDrawn="1"/>
        </p:nvSpPr>
        <p:spPr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kern="1200" cap="all" baseline="0">
                <a:solidFill>
                  <a:schemeClr val="accent2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altLang="en-US" sz="1200" b="0"/>
              <a:t>TALLINNA TEHNIKAÜLIKOOL</a:t>
            </a:r>
            <a:endParaRPr lang="en-US" altLang="en-US" sz="1200" b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06DD6B-0F39-C71F-7DB3-8CBDB9E28D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5592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 userDrawn="1">
          <p15:clr>
            <a:srgbClr val="FBAE40"/>
          </p15:clr>
        </p15:guide>
        <p15:guide id="3" orient="horz" pos="102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ja graafi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549275"/>
            <a:ext cx="6109380" cy="75522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12" name="Chart Placeholder 13"/>
          <p:cNvSpPr>
            <a:spLocks noGrp="1"/>
          </p:cNvSpPr>
          <p:nvPr>
            <p:ph type="chart" sz="quarter" idx="15"/>
          </p:nvPr>
        </p:nvSpPr>
        <p:spPr>
          <a:xfrm>
            <a:off x="6888163" y="549276"/>
            <a:ext cx="4248151" cy="52197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2171700" y="1628776"/>
            <a:ext cx="4351731" cy="4140199"/>
          </a:xfrm>
          <a:prstGeom prst="rect">
            <a:avLst/>
          </a:prstGeom>
        </p:spPr>
        <p:txBody>
          <a:bodyPr lIns="0" tIns="0" rIns="0" bIns="0"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  <a:lvl2pPr marL="6858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2pPr>
            <a:lvl3pPr marL="11430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3pPr>
            <a:lvl4pPr marL="16002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4pPr>
            <a:lvl5pPr marL="20574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5pPr>
            <a:lvl6pPr marL="25146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6pPr>
            <a:lvl7pPr marL="29718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7pPr>
          </a:lstStyle>
          <a:p>
            <a:pPr lvl="0"/>
            <a:r>
              <a:rPr lang="et-EE"/>
              <a:t>Redigeeri juhtslaidi tekstilaade</a:t>
            </a:r>
          </a:p>
          <a:p>
            <a:pPr lvl="1"/>
            <a:r>
              <a:rPr lang="et-EE"/>
              <a:t>Redigeeri teksti</a:t>
            </a:r>
          </a:p>
          <a:p>
            <a:pPr lvl="2"/>
            <a:r>
              <a:rPr lang="et-EE"/>
              <a:t>Redigeeri teksti</a:t>
            </a:r>
          </a:p>
          <a:p>
            <a:pPr marL="1600200" marR="0" lvl="3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057400" marR="0" lvl="4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514600" marR="0" lvl="5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971800" marR="0" lvl="6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E48F67-02B0-1853-BFBA-6A38AD98A62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222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3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ja p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49275"/>
            <a:ext cx="6044006" cy="75522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  <a:lvl2pPr>
              <a:defRPr sz="2200" b="1" i="0"/>
            </a:lvl2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7"/>
          </p:nvPr>
        </p:nvSpPr>
        <p:spPr>
          <a:xfrm>
            <a:off x="6888163" y="549276"/>
            <a:ext cx="4248151" cy="52197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2171700" y="1628776"/>
            <a:ext cx="4351731" cy="4140199"/>
          </a:xfrm>
          <a:prstGeom prst="rect">
            <a:avLst/>
          </a:prstGeom>
        </p:spPr>
        <p:txBody>
          <a:bodyPr lIns="0" tIns="0" rIns="0" bIns="0"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  <a:lvl2pPr marL="6858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2pPr>
            <a:lvl3pPr marL="11430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3pPr>
            <a:lvl4pPr marL="16002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4pPr>
            <a:lvl5pPr marL="20574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5pPr>
            <a:lvl6pPr marL="25146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6pPr>
            <a:lvl7pPr marL="29718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7pPr>
          </a:lstStyle>
          <a:p>
            <a:pPr lvl="0"/>
            <a:r>
              <a:rPr lang="et-EE"/>
              <a:t>Redigeeri juhtslaidi tekstilaade</a:t>
            </a:r>
          </a:p>
          <a:p>
            <a:pPr lvl="1"/>
            <a:r>
              <a:rPr lang="et-EE"/>
              <a:t>Redigeeri teksti</a:t>
            </a:r>
          </a:p>
          <a:p>
            <a:pPr lvl="2"/>
            <a:r>
              <a:rPr lang="et-EE"/>
              <a:t>Redigeeri teksti</a:t>
            </a:r>
          </a:p>
          <a:p>
            <a:pPr marL="1600200" marR="0" lvl="3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057400" marR="0" lvl="4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514600" marR="0" lvl="5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971800" marR="0" lvl="6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3454FD-FFC8-BAFE-0D09-F2FE3384C9A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501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afik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2171700" y="5204389"/>
            <a:ext cx="4351731" cy="57076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 tekstilaade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58471"/>
            <a:ext cx="10656888" cy="75522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21"/>
          </p:nvPr>
        </p:nvSpPr>
        <p:spPr>
          <a:xfrm>
            <a:off x="6888164" y="5204389"/>
            <a:ext cx="4248542" cy="57076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2"/>
          </p:nvPr>
        </p:nvSpPr>
        <p:spPr>
          <a:xfrm>
            <a:off x="2171701" y="1628776"/>
            <a:ext cx="4351338" cy="333633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23" hasCustomPrompt="1"/>
          </p:nvPr>
        </p:nvSpPr>
        <p:spPr>
          <a:xfrm>
            <a:off x="6888163" y="1628775"/>
            <a:ext cx="4248150" cy="3336331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t-EE" noProof="0"/>
              <a:t>Diagrammi lisamiseks klõpsake ikooni</a:t>
            </a:r>
            <a:endParaRPr lang="en-US" noProof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5FEC8B-D324-638C-031D-EFEBA633AE6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557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m pil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9"/>
          <p:cNvSpPr>
            <a:spLocks noGrp="1"/>
          </p:cNvSpPr>
          <p:nvPr>
            <p:ph type="pic" sz="quarter" idx="17"/>
          </p:nvPr>
        </p:nvSpPr>
        <p:spPr>
          <a:xfrm>
            <a:off x="2171700" y="549276"/>
            <a:ext cx="5109317" cy="52197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19"/>
          <p:cNvSpPr>
            <a:spLocks noGrp="1"/>
          </p:cNvSpPr>
          <p:nvPr>
            <p:ph type="pic" sz="quarter" idx="19"/>
          </p:nvPr>
        </p:nvSpPr>
        <p:spPr>
          <a:xfrm>
            <a:off x="7511753" y="3459344"/>
            <a:ext cx="3624561" cy="2309631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19"/>
          <p:cNvSpPr>
            <a:spLocks noGrp="1"/>
          </p:cNvSpPr>
          <p:nvPr>
            <p:ph type="pic" sz="quarter" idx="20"/>
          </p:nvPr>
        </p:nvSpPr>
        <p:spPr>
          <a:xfrm>
            <a:off x="7511753" y="549275"/>
            <a:ext cx="3624561" cy="270956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1"/>
          <p:cNvSpPr txBox="1">
            <a:spLocks/>
          </p:cNvSpPr>
          <p:nvPr userDrawn="1"/>
        </p:nvSpPr>
        <p:spPr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kern="1200" cap="all" baseline="0">
                <a:solidFill>
                  <a:schemeClr val="accent2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altLang="en-US" sz="1200" b="0"/>
              <a:t>TALLINNA TEHNIKAÜLIKOOL</a:t>
            </a:r>
            <a:endParaRPr lang="en-US" altLang="en-US" sz="1200" b="0"/>
          </a:p>
        </p:txBody>
      </p:sp>
      <p:cxnSp>
        <p:nvCxnSpPr>
          <p:cNvPr id="6" name="Straight Connector 8"/>
          <p:cNvCxnSpPr/>
          <p:nvPr userDrawn="1"/>
        </p:nvCxnSpPr>
        <p:spPr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D83798-AFD0-2530-847F-148AAAF1033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787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51545"/>
            <a:ext cx="10656888" cy="83666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  <a:lvl2pPr>
              <a:defRPr sz="2500" b="1" i="0"/>
            </a:lvl2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23"/>
          </p:nvPr>
        </p:nvSpPr>
        <p:spPr>
          <a:xfrm>
            <a:off x="2171700" y="1628776"/>
            <a:ext cx="8964613" cy="4140200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chemeClr val="bg1"/>
                </a:solidFill>
                <a:latin typeface="Verdana" charset="0"/>
              </a:defRPr>
            </a:lvl1pPr>
          </a:lstStyle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6A3FD1-25CC-CD30-46D7-FEE38C2478D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9663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49275"/>
            <a:ext cx="10656886" cy="84441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171700" y="1628775"/>
            <a:ext cx="8964612" cy="627315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 tekstilaade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2171700" y="2491176"/>
            <a:ext cx="8964611" cy="32778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1"/>
          <p:cNvSpPr txBox="1">
            <a:spLocks/>
          </p:cNvSpPr>
          <p:nvPr userDrawn="1"/>
        </p:nvSpPr>
        <p:spPr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kern="1200" cap="all" baseline="0">
                <a:solidFill>
                  <a:schemeClr val="accent2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altLang="en-US" sz="1200" b="0"/>
              <a:t>TALLINNA TEHNIKAÜLIKOOL</a:t>
            </a:r>
            <a:endParaRPr lang="en-US" altLang="en-US" sz="1200" b="0"/>
          </a:p>
        </p:txBody>
      </p:sp>
      <p:cxnSp>
        <p:nvCxnSpPr>
          <p:cNvPr id="6" name="Straight Connector 8"/>
          <p:cNvCxnSpPr/>
          <p:nvPr userDrawn="1"/>
        </p:nvCxnSpPr>
        <p:spPr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42B157-9E90-41FB-413C-6E93B457747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270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hesl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3" t="21094" r="-1" b="21589"/>
          <a:stretch/>
        </p:blipFill>
        <p:spPr>
          <a:xfrm>
            <a:off x="-15499" y="-23247"/>
            <a:ext cx="12207498" cy="4940618"/>
          </a:xfrm>
          <a:prstGeom prst="rect">
            <a:avLst/>
          </a:prstGeom>
        </p:spPr>
      </p:pic>
      <p:grpSp>
        <p:nvGrpSpPr>
          <p:cNvPr id="2" name="Group 1"/>
          <p:cNvGrpSpPr/>
          <p:nvPr userDrawn="1"/>
        </p:nvGrpSpPr>
        <p:grpSpPr>
          <a:xfrm>
            <a:off x="-1" y="1965075"/>
            <a:ext cx="12192000" cy="4892925"/>
            <a:chOff x="-1" y="1965075"/>
            <a:chExt cx="12192000" cy="4892925"/>
          </a:xfrm>
        </p:grpSpPr>
        <p:sp>
          <p:nvSpPr>
            <p:cNvPr id="7" name="Freeform 6"/>
            <p:cNvSpPr/>
            <p:nvPr userDrawn="1"/>
          </p:nvSpPr>
          <p:spPr>
            <a:xfrm>
              <a:off x="-1" y="3312687"/>
              <a:ext cx="12192000" cy="3545313"/>
            </a:xfrm>
            <a:custGeom>
              <a:avLst/>
              <a:gdLst>
                <a:gd name="connsiteX0" fmla="*/ 986101 w 12192000"/>
                <a:gd name="connsiteY0" fmla="*/ 0 h 3545313"/>
                <a:gd name="connsiteX1" fmla="*/ 12192000 w 12192000"/>
                <a:gd name="connsiteY1" fmla="*/ 0 h 3545313"/>
                <a:gd name="connsiteX2" fmla="*/ 12192000 w 12192000"/>
                <a:gd name="connsiteY2" fmla="*/ 510802 h 3545313"/>
                <a:gd name="connsiteX3" fmla="*/ 12192000 w 12192000"/>
                <a:gd name="connsiteY3" fmla="*/ 1543258 h 3545313"/>
                <a:gd name="connsiteX4" fmla="*/ 12192000 w 12192000"/>
                <a:gd name="connsiteY4" fmla="*/ 3545313 h 3545313"/>
                <a:gd name="connsiteX5" fmla="*/ 986101 w 12192000"/>
                <a:gd name="connsiteY5" fmla="*/ 3545313 h 3545313"/>
                <a:gd name="connsiteX6" fmla="*/ 475299 w 12192000"/>
                <a:gd name="connsiteY6" fmla="*/ 3545313 h 3545313"/>
                <a:gd name="connsiteX7" fmla="*/ 0 w 12192000"/>
                <a:gd name="connsiteY7" fmla="*/ 3545313 h 3545313"/>
                <a:gd name="connsiteX8" fmla="*/ 0 w 12192000"/>
                <a:gd name="connsiteY8" fmla="*/ 1543258 h 3545313"/>
                <a:gd name="connsiteX9" fmla="*/ 475299 w 12192000"/>
                <a:gd name="connsiteY9" fmla="*/ 1543258 h 3545313"/>
                <a:gd name="connsiteX10" fmla="*/ 475299 w 12192000"/>
                <a:gd name="connsiteY10" fmla="*/ 510802 h 3545313"/>
                <a:gd name="connsiteX11" fmla="*/ 986101 w 12192000"/>
                <a:gd name="connsiteY11" fmla="*/ 510802 h 3545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3545313">
                  <a:moveTo>
                    <a:pt x="986101" y="0"/>
                  </a:moveTo>
                  <a:lnTo>
                    <a:pt x="12192000" y="0"/>
                  </a:lnTo>
                  <a:lnTo>
                    <a:pt x="12192000" y="510802"/>
                  </a:lnTo>
                  <a:lnTo>
                    <a:pt x="12192000" y="1543258"/>
                  </a:lnTo>
                  <a:lnTo>
                    <a:pt x="12192000" y="3545313"/>
                  </a:lnTo>
                  <a:lnTo>
                    <a:pt x="986101" y="3545313"/>
                  </a:lnTo>
                  <a:lnTo>
                    <a:pt x="475299" y="3545313"/>
                  </a:lnTo>
                  <a:lnTo>
                    <a:pt x="0" y="3545313"/>
                  </a:lnTo>
                  <a:lnTo>
                    <a:pt x="0" y="1543258"/>
                  </a:lnTo>
                  <a:lnTo>
                    <a:pt x="475299" y="1543258"/>
                  </a:lnTo>
                  <a:lnTo>
                    <a:pt x="475299" y="510802"/>
                  </a:lnTo>
                  <a:lnTo>
                    <a:pt x="986101" y="5108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8" name="Picture 3" descr="C:\Users\ipihu\Desktop\logo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6800" y="1965075"/>
              <a:ext cx="2449513" cy="1371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982403" y="4797922"/>
            <a:ext cx="10159444" cy="19961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1" cap="all" baseline="0">
                <a:solidFill>
                  <a:schemeClr val="accent3"/>
                </a:solidFill>
                <a:latin typeface="Verdana" charset="0"/>
              </a:defRPr>
            </a:lvl1pPr>
            <a:lvl2pPr marL="0" indent="0">
              <a:spcBef>
                <a:spcPts val="1000"/>
              </a:spcBef>
              <a:buFontTx/>
              <a:buNone/>
              <a:defRPr sz="1600" b="0">
                <a:solidFill>
                  <a:schemeClr val="accent2"/>
                </a:solidFill>
              </a:defRPr>
            </a:lvl2pPr>
          </a:lstStyle>
          <a:p>
            <a:r>
              <a:rPr lang="et-EE" altLang="en-US" sz="2900" err="1">
                <a:solidFill>
                  <a:schemeClr val="tx2"/>
                </a:solidFill>
              </a:rPr>
              <a:t>VaheSLAIDI</a:t>
            </a:r>
            <a:r>
              <a:rPr lang="et-EE" altLang="en-US" sz="2900">
                <a:solidFill>
                  <a:schemeClr val="tx2"/>
                </a:solidFill>
              </a:rPr>
              <a:t> pealkiri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altLang="en-US" sz="2900">
                <a:solidFill>
                  <a:schemeClr val="accent1"/>
                </a:solidFill>
              </a:rPr>
              <a:t>Vajadusel ka KAHEL või kolmel REAL</a:t>
            </a:r>
            <a:endParaRPr lang="en-US" altLang="en-US" sz="29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839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imane sl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3" t="21094" r="-1" b="21589"/>
          <a:stretch/>
        </p:blipFill>
        <p:spPr>
          <a:xfrm>
            <a:off x="-15499" y="-23247"/>
            <a:ext cx="12207498" cy="4940618"/>
          </a:xfrm>
          <a:prstGeom prst="rect">
            <a:avLst/>
          </a:prstGeom>
        </p:spPr>
      </p:pic>
      <p:sp>
        <p:nvSpPr>
          <p:cNvPr id="15" name="Freeform 14"/>
          <p:cNvSpPr/>
          <p:nvPr userDrawn="1"/>
        </p:nvSpPr>
        <p:spPr>
          <a:xfrm>
            <a:off x="-1" y="3312687"/>
            <a:ext cx="12192000" cy="3545313"/>
          </a:xfrm>
          <a:custGeom>
            <a:avLst/>
            <a:gdLst>
              <a:gd name="connsiteX0" fmla="*/ 986101 w 12192000"/>
              <a:gd name="connsiteY0" fmla="*/ 0 h 3545313"/>
              <a:gd name="connsiteX1" fmla="*/ 12192000 w 12192000"/>
              <a:gd name="connsiteY1" fmla="*/ 0 h 3545313"/>
              <a:gd name="connsiteX2" fmla="*/ 12192000 w 12192000"/>
              <a:gd name="connsiteY2" fmla="*/ 510802 h 3545313"/>
              <a:gd name="connsiteX3" fmla="*/ 12192000 w 12192000"/>
              <a:gd name="connsiteY3" fmla="*/ 1543258 h 3545313"/>
              <a:gd name="connsiteX4" fmla="*/ 12192000 w 12192000"/>
              <a:gd name="connsiteY4" fmla="*/ 3545313 h 3545313"/>
              <a:gd name="connsiteX5" fmla="*/ 986101 w 12192000"/>
              <a:gd name="connsiteY5" fmla="*/ 3545313 h 3545313"/>
              <a:gd name="connsiteX6" fmla="*/ 475299 w 12192000"/>
              <a:gd name="connsiteY6" fmla="*/ 3545313 h 3545313"/>
              <a:gd name="connsiteX7" fmla="*/ 0 w 12192000"/>
              <a:gd name="connsiteY7" fmla="*/ 3545313 h 3545313"/>
              <a:gd name="connsiteX8" fmla="*/ 0 w 12192000"/>
              <a:gd name="connsiteY8" fmla="*/ 1543258 h 3545313"/>
              <a:gd name="connsiteX9" fmla="*/ 475299 w 12192000"/>
              <a:gd name="connsiteY9" fmla="*/ 1543258 h 3545313"/>
              <a:gd name="connsiteX10" fmla="*/ 475299 w 12192000"/>
              <a:gd name="connsiteY10" fmla="*/ 510802 h 3545313"/>
              <a:gd name="connsiteX11" fmla="*/ 986101 w 12192000"/>
              <a:gd name="connsiteY11" fmla="*/ 510802 h 3545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3545313">
                <a:moveTo>
                  <a:pt x="986101" y="0"/>
                </a:moveTo>
                <a:lnTo>
                  <a:pt x="12192000" y="0"/>
                </a:lnTo>
                <a:lnTo>
                  <a:pt x="12192000" y="510802"/>
                </a:lnTo>
                <a:lnTo>
                  <a:pt x="12192000" y="1543258"/>
                </a:lnTo>
                <a:lnTo>
                  <a:pt x="12192000" y="3545313"/>
                </a:lnTo>
                <a:lnTo>
                  <a:pt x="986101" y="3545313"/>
                </a:lnTo>
                <a:lnTo>
                  <a:pt x="475299" y="3545313"/>
                </a:lnTo>
                <a:lnTo>
                  <a:pt x="0" y="3545313"/>
                </a:lnTo>
                <a:lnTo>
                  <a:pt x="0" y="1543258"/>
                </a:lnTo>
                <a:lnTo>
                  <a:pt x="475299" y="1543258"/>
                </a:lnTo>
                <a:lnTo>
                  <a:pt x="475299" y="510802"/>
                </a:lnTo>
                <a:lnTo>
                  <a:pt x="986101" y="5108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93884" y="1958640"/>
            <a:ext cx="2447645" cy="1370681"/>
          </a:xfrm>
          <a:prstGeom prst="rect">
            <a:avLst/>
          </a:prstGeom>
        </p:spPr>
      </p:pic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0" y="-9921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8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982403" y="4797922"/>
            <a:ext cx="10159444" cy="163897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1" cap="all" baseline="0">
                <a:solidFill>
                  <a:srgbClr val="332B60"/>
                </a:solidFill>
                <a:latin typeface="Verdana" charset="0"/>
              </a:defRPr>
            </a:lvl1pPr>
            <a:lvl2pPr marL="0" indent="0">
              <a:spcBef>
                <a:spcPts val="1000"/>
              </a:spcBef>
              <a:buFontTx/>
              <a:buNone/>
              <a:defRPr sz="1600" b="0">
                <a:solidFill>
                  <a:schemeClr val="accent2"/>
                </a:solidFill>
              </a:defRPr>
            </a:lvl2pPr>
          </a:lstStyle>
          <a:p>
            <a:r>
              <a:rPr lang="en-US" altLang="en-US"/>
              <a:t>TALLINN</a:t>
            </a:r>
            <a:r>
              <a:rPr lang="et-EE" altLang="en-US"/>
              <a:t>A</a:t>
            </a:r>
            <a:r>
              <a:rPr lang="en-US" altLang="en-US"/>
              <a:t> </a:t>
            </a:r>
            <a:r>
              <a:rPr lang="et-EE" altLang="en-US"/>
              <a:t>TEHNIKAÜLIKOOL</a:t>
            </a:r>
            <a:endParaRPr lang="en-US" altLang="en-US"/>
          </a:p>
          <a:p>
            <a:r>
              <a:rPr lang="en-US" altLang="en-US" sz="1700" b="0" cap="none" err="1">
                <a:solidFill>
                  <a:schemeClr val="accent2"/>
                </a:solidFill>
              </a:rPr>
              <a:t>Ehitajate</a:t>
            </a:r>
            <a:r>
              <a:rPr lang="en-US" altLang="en-US" sz="1700" b="0" cap="none">
                <a:solidFill>
                  <a:schemeClr val="accent2"/>
                </a:solidFill>
              </a:rPr>
              <a:t> </a:t>
            </a:r>
            <a:r>
              <a:rPr lang="et-EE" altLang="en-US" sz="1700" b="0" cap="none">
                <a:solidFill>
                  <a:schemeClr val="accent2"/>
                </a:solidFill>
              </a:rPr>
              <a:t>tee</a:t>
            </a:r>
            <a:r>
              <a:rPr lang="en-US" altLang="en-US" sz="1700" b="0" cap="none">
                <a:solidFill>
                  <a:schemeClr val="accent2"/>
                </a:solidFill>
              </a:rPr>
              <a:t> 5, 19086 Tallinn</a:t>
            </a:r>
            <a:r>
              <a:rPr lang="et-EE" altLang="en-US" sz="1700" b="0" cap="none">
                <a:solidFill>
                  <a:schemeClr val="accent2"/>
                </a:solidFill>
              </a:rPr>
              <a:t>, </a:t>
            </a:r>
          </a:p>
          <a:p>
            <a:r>
              <a:rPr lang="et-EE" altLang="en-US" sz="1700" b="0" cap="none">
                <a:solidFill>
                  <a:schemeClr val="accent2"/>
                </a:solidFill>
              </a:rPr>
              <a:t>Tel </a:t>
            </a:r>
            <a:r>
              <a:rPr lang="en-US" altLang="en-US" sz="1700" b="0" cap="none">
                <a:solidFill>
                  <a:schemeClr val="accent2"/>
                </a:solidFill>
              </a:rPr>
              <a:t>620 2002 (</a:t>
            </a:r>
            <a:r>
              <a:rPr lang="et-EE" altLang="en-US" sz="1700" b="0" cap="none">
                <a:solidFill>
                  <a:schemeClr val="accent2"/>
                </a:solidFill>
              </a:rPr>
              <a:t>E-R</a:t>
            </a:r>
            <a:r>
              <a:rPr lang="en-US" altLang="en-US" sz="1700" b="0" cap="none">
                <a:solidFill>
                  <a:schemeClr val="accent2"/>
                </a:solidFill>
              </a:rPr>
              <a:t> 8.30–</a:t>
            </a:r>
            <a:r>
              <a:rPr lang="et-EE" altLang="en-US" sz="1700" b="0" cap="none">
                <a:solidFill>
                  <a:schemeClr val="accent2"/>
                </a:solidFill>
              </a:rPr>
              <a:t>17</a:t>
            </a:r>
            <a:r>
              <a:rPr lang="en-US" altLang="en-US" sz="1700" b="0" cap="none">
                <a:solidFill>
                  <a:schemeClr val="accent2"/>
                </a:solidFill>
              </a:rPr>
              <a:t>.00</a:t>
            </a:r>
            <a:r>
              <a:rPr lang="et-EE" altLang="en-US" sz="1700" b="0" cap="none">
                <a:solidFill>
                  <a:schemeClr val="accent2"/>
                </a:solidFill>
              </a:rPr>
              <a:t>)</a:t>
            </a:r>
            <a:endParaRPr lang="en-US" altLang="en-US" sz="1700" cap="none">
              <a:solidFill>
                <a:schemeClr val="accent2"/>
              </a:solidFill>
            </a:endParaRPr>
          </a:p>
          <a:p>
            <a:r>
              <a:rPr lang="en-US" altLang="en-US" sz="1700" cap="none">
                <a:solidFill>
                  <a:schemeClr val="accent2"/>
                </a:solidFill>
                <a:latin typeface="Verdana" panose="020B0604030504040204" pitchFamily="34" charset="0"/>
              </a:rPr>
              <a:t>t</a:t>
            </a:r>
            <a:r>
              <a:rPr lang="et-EE" altLang="en-US" sz="1700" cap="none" err="1">
                <a:solidFill>
                  <a:schemeClr val="accent2"/>
                </a:solidFill>
                <a:latin typeface="Verdana" panose="020B0604030504040204" pitchFamily="34" charset="0"/>
              </a:rPr>
              <a:t>altech</a:t>
            </a:r>
            <a:r>
              <a:rPr lang="en-US" altLang="en-US" sz="1700" cap="none">
                <a:solidFill>
                  <a:schemeClr val="accent2"/>
                </a:solidFill>
                <a:latin typeface="Verdana" panose="020B0604030504040204" pitchFamily="34" charset="0"/>
              </a:rPr>
              <a:t>.</a:t>
            </a:r>
            <a:r>
              <a:rPr lang="en-US" altLang="en-US" sz="1700" cap="none" err="1">
                <a:solidFill>
                  <a:schemeClr val="accent2"/>
                </a:solidFill>
                <a:latin typeface="Verdana" panose="020B0604030504040204" pitchFamily="34" charset="0"/>
              </a:rPr>
              <a:t>ee</a:t>
            </a:r>
            <a:endParaRPr lang="en-US" altLang="en-US" sz="1700" cap="none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13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lt 3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35" t="19052" r="15651" b="26172"/>
          <a:stretch/>
        </p:blipFill>
        <p:spPr>
          <a:xfrm>
            <a:off x="462334" y="5732251"/>
            <a:ext cx="1085205" cy="648000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5E0AB993-4BFC-4F9E-97E1-F2FF3173D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6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</a:t>
            </a:r>
            <a:br>
              <a:rPr lang="et-EE"/>
            </a:br>
            <a:r>
              <a:rPr lang="en-US"/>
              <a:t>TITLE STYLE</a:t>
            </a:r>
            <a:endParaRPr lang="et-E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043F4D-4C1B-412C-914B-5B86DDA7F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6291"/>
            <a:ext cx="10515600" cy="4109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buClr>
                <a:srgbClr val="E4067E"/>
              </a:buClr>
            </a:pP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Vivamus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hendrerit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Proin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dapibus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Praesent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ultrice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ces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nulla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sit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amet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lacus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</a:t>
            </a:r>
          </a:p>
          <a:p>
            <a:pPr lvl="1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</a:rPr>
              <a:t>Ut</a:t>
            </a:r>
            <a:r>
              <a:rPr lang="en-US" altLang="en-US" sz="1800">
                <a:solidFill>
                  <a:srgbClr val="332B60"/>
                </a:solidFill>
              </a:rPr>
              <a:t> vitae </a:t>
            </a:r>
            <a:r>
              <a:rPr lang="en-US" altLang="en-US" sz="1800" err="1">
                <a:solidFill>
                  <a:srgbClr val="332B60"/>
                </a:solidFill>
              </a:rPr>
              <a:t>nunc</a:t>
            </a:r>
            <a:r>
              <a:rPr lang="en-US" altLang="en-US" sz="1800">
                <a:solidFill>
                  <a:srgbClr val="332B60"/>
                </a:solidFill>
              </a:rPr>
              <a:t> non </a:t>
            </a:r>
            <a:r>
              <a:rPr lang="en-US" altLang="en-US" sz="1800" err="1">
                <a:solidFill>
                  <a:srgbClr val="332B60"/>
                </a:solidFill>
              </a:rPr>
              <a:t>pede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tristique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sagittis</a:t>
            </a:r>
            <a:r>
              <a:rPr lang="en-US" altLang="en-US" sz="1800">
                <a:solidFill>
                  <a:srgbClr val="332B60"/>
                </a:solidFill>
              </a:rPr>
              <a:t>. </a:t>
            </a:r>
            <a:r>
              <a:rPr lang="en-US" altLang="en-US" sz="1800" err="1">
                <a:solidFill>
                  <a:srgbClr val="332B60"/>
                </a:solidFill>
              </a:rPr>
              <a:t>Aliquam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imperdiet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elit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vel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justo</a:t>
            </a:r>
            <a:r>
              <a:rPr lang="en-US" altLang="en-US" sz="1800">
                <a:solidFill>
                  <a:srgbClr val="332B60"/>
                </a:solidFill>
              </a:rPr>
              <a:t>. </a:t>
            </a:r>
          </a:p>
          <a:p>
            <a:pPr lvl="2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</a:rPr>
              <a:t>Quisque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porttitor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imperiandiet</a:t>
            </a:r>
            <a:r>
              <a:rPr lang="en-US" altLang="en-US" sz="1800">
                <a:solidFill>
                  <a:srgbClr val="332B60"/>
                </a:solidFill>
              </a:rPr>
              <a:t> qua.</a:t>
            </a:r>
          </a:p>
          <a:p>
            <a:pPr lvl="3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</a:p>
          <a:p>
            <a:pPr lvl="4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</a:p>
          <a:p>
            <a:pPr lvl="5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  <a:endParaRPr lang="en-US" altLang="en-US">
              <a:solidFill>
                <a:srgbClr val="332B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D826D-25D0-6D00-6235-90DA434EF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9" r:id="rId11"/>
    <p:sldLayoutId id="2147483920" r:id="rId12"/>
  </p:sldLayoutIdLst>
  <p:hf hdr="0" ftr="0" dt="0"/>
  <p:txStyles>
    <p:title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2200" b="1" kern="1200">
          <a:solidFill>
            <a:schemeClr val="tx2"/>
          </a:solidFill>
          <a:latin typeface="+mn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34" userDrawn="1">
          <p15:clr>
            <a:srgbClr val="F26B43"/>
          </p15:clr>
        </p15:guide>
        <p15:guide id="2" pos="302" userDrawn="1">
          <p15:clr>
            <a:srgbClr val="F26B43"/>
          </p15:clr>
        </p15:guide>
        <p15:guide id="3" pos="1368" userDrawn="1">
          <p15:clr>
            <a:srgbClr val="F26B43"/>
          </p15:clr>
        </p15:guide>
        <p15:guide id="4" orient="horz" pos="3997" userDrawn="1">
          <p15:clr>
            <a:srgbClr val="F26B43"/>
          </p15:clr>
        </p15:guide>
        <p15:guide id="5" orient="horz" pos="1026" userDrawn="1">
          <p15:clr>
            <a:srgbClr val="F26B43"/>
          </p15:clr>
        </p15:guide>
        <p15:guide id="6" orient="horz" pos="3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FveSYJQ6pnc?feature=oembed" TargetMode="Externa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5" Type="http://schemas.openxmlformats.org/officeDocument/2006/relationships/image" Target="../media/image11.png"/><Relationship Id="rId4" Type="http://schemas.openxmlformats.org/officeDocument/2006/relationships/customXml" Target="../ink/ink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i kohatäide 4"/>
          <p:cNvSpPr>
            <a:spLocks noGrp="1"/>
          </p:cNvSpPr>
          <p:nvPr>
            <p:ph type="body" sz="quarter" idx="12"/>
          </p:nvPr>
        </p:nvSpPr>
        <p:spPr>
          <a:xfrm>
            <a:off x="624892" y="3854795"/>
            <a:ext cx="11421966" cy="1545052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t-EE">
                <a:latin typeface="Verdana"/>
                <a:ea typeface="Verdana"/>
              </a:rPr>
              <a:t>G11</a:t>
            </a:r>
          </a:p>
          <a:p>
            <a:r>
              <a:rPr lang="et-EE">
                <a:solidFill>
                  <a:schemeClr val="accent1"/>
                </a:solidFill>
                <a:latin typeface="Verdana"/>
                <a:ea typeface="Verdana"/>
              </a:rPr>
              <a:t>Valgustugevuse mõõtmine fotodioodiga / Arduino Nano digisisendi laiendamine </a:t>
            </a:r>
            <a:endParaRPr lang="et-EE">
              <a:solidFill>
                <a:schemeClr val="accent1"/>
              </a:solidFill>
              <a:ea typeface="Verdana"/>
            </a:endParaRPr>
          </a:p>
        </p:txBody>
      </p:sp>
      <p:sp>
        <p:nvSpPr>
          <p:cNvPr id="14" name="Teksti kohatäide 5"/>
          <p:cNvSpPr>
            <a:spLocks noGrp="1"/>
          </p:cNvSpPr>
          <p:nvPr>
            <p:ph type="body" sz="quarter" idx="13"/>
          </p:nvPr>
        </p:nvSpPr>
        <p:spPr>
          <a:xfrm>
            <a:off x="958720" y="5399847"/>
            <a:ext cx="4335175" cy="117409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sz="1800"/>
              <a:t>Juhendaja: Kaiser Pärnamets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sz="1800"/>
              <a:t>Uko Poschlin, Karl Romet de la Torre</a:t>
            </a:r>
            <a:br>
              <a:rPr lang="et-EE" sz="1800">
                <a:solidFill>
                  <a:srgbClr val="332B60"/>
                </a:solidFill>
              </a:rPr>
            </a:br>
            <a:endParaRPr lang="en-US" sz="1800">
              <a:solidFill>
                <a:srgbClr val="332B6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err="1">
                <a:solidFill>
                  <a:srgbClr val="332B60"/>
                </a:solidFill>
              </a:rPr>
              <a:t>Tallinna</a:t>
            </a:r>
            <a:r>
              <a:rPr lang="en-US" sz="1800">
                <a:solidFill>
                  <a:srgbClr val="332B60"/>
                </a:solidFill>
              </a:rPr>
              <a:t> </a:t>
            </a:r>
            <a:r>
              <a:rPr lang="en-US" sz="1800" err="1">
                <a:solidFill>
                  <a:srgbClr val="332B60"/>
                </a:solidFill>
              </a:rPr>
              <a:t>Tehnikaülikool</a:t>
            </a:r>
            <a:endParaRPr lang="et-EE" sz="1800">
              <a:solidFill>
                <a:srgbClr val="332B60"/>
              </a:solidFill>
            </a:endParaRPr>
          </a:p>
        </p:txBody>
      </p:sp>
      <p:sp>
        <p:nvSpPr>
          <p:cNvPr id="2" name="Teksti kohatäide 5">
            <a:extLst>
              <a:ext uri="{FF2B5EF4-FFF2-40B4-BE49-F238E27FC236}">
                <a16:creationId xmlns:a16="http://schemas.microsoft.com/office/drawing/2014/main" id="{08518355-602D-0555-8A92-91AF8516EEC1}"/>
              </a:ext>
            </a:extLst>
          </p:cNvPr>
          <p:cNvSpPr txBox="1">
            <a:spLocks/>
          </p:cNvSpPr>
          <p:nvPr/>
        </p:nvSpPr>
        <p:spPr>
          <a:xfrm>
            <a:off x="5647289" y="5399847"/>
            <a:ext cx="4335175" cy="11740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kern="1200" baseline="0">
                <a:solidFill>
                  <a:srgbClr val="332B60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sz="1800">
                <a:latin typeface="Verdana"/>
                <a:ea typeface="Verdana"/>
              </a:rPr>
              <a:t>Juhendaja: Andres Eek </a:t>
            </a:r>
            <a:endParaRPr lang="en-US" sz="180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sz="1800"/>
              <a:t>Jüri Kajava, Jarek Rootsma</a:t>
            </a:r>
            <a:br>
              <a:rPr lang="et-EE" sz="1800"/>
            </a:br>
            <a:endParaRPr lang="et-EE" sz="1800"/>
          </a:p>
        </p:txBody>
      </p:sp>
    </p:spTree>
    <p:extLst>
      <p:ext uri="{BB962C8B-B14F-4D97-AF65-F5344CB8AC3E}">
        <p14:creationId xmlns:p14="http://schemas.microsoft.com/office/powerpoint/2010/main" val="1599053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t-EE" altLang="en-US">
                <a:solidFill>
                  <a:srgbClr val="332B60"/>
                </a:solidFill>
              </a:rPr>
              <a:t>Projekt (analoog):</a:t>
            </a:r>
            <a:br>
              <a:rPr lang="et-EE" altLang="en-US">
                <a:solidFill>
                  <a:srgbClr val="332B60"/>
                </a:solidFill>
              </a:rPr>
            </a:br>
            <a:r>
              <a:rPr lang="et-EE"/>
              <a:t>Valgustugevuse mõõtmine fotodioodiga</a:t>
            </a:r>
            <a:endParaRPr lang="en-US" altLang="en-US">
              <a:solidFill>
                <a:srgbClr val="332B60"/>
              </a:solidFill>
            </a:endParaRPr>
          </a:p>
          <a:p>
            <a:endParaRPr lang="en-US" altLang="en-US">
              <a:solidFill>
                <a:srgbClr val="332B60"/>
              </a:solidFill>
            </a:endParaRPr>
          </a:p>
        </p:txBody>
      </p:sp>
      <p:sp>
        <p:nvSpPr>
          <p:cNvPr id="6147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325561" y="1628775"/>
            <a:ext cx="8802242" cy="404050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t-EE"/>
              <a:t>Koostada skeem, mis hindab valgustatust vahemikus 300-500 luksi ja kasutades selleks kolme LED-i: valgustatus on alla 300 luksi, valgustatus on vahemikus 300-500 luksi ja valgustatus on üle 500 luksi. </a:t>
            </a:r>
            <a:endParaRPr lang="et-EE">
              <a:ea typeface="Verdana"/>
            </a:endParaRPr>
          </a:p>
          <a:p>
            <a:pPr lvl="1"/>
            <a:r>
              <a:rPr lang="et-EE"/>
              <a:t>Lahenduses kasutada analoogkomponente (st Arduino Nano jääb valikust välja). </a:t>
            </a:r>
            <a:endParaRPr lang="et-EE">
              <a:ea typeface="Verdana"/>
            </a:endParaRPr>
          </a:p>
          <a:p>
            <a:pPr lvl="2"/>
            <a:r>
              <a:rPr lang="et-EE"/>
              <a:t>valgustatuse mõõtmine, kohvris oleva fotodioodi sobivus selleks </a:t>
            </a:r>
            <a:endParaRPr lang="et-EE">
              <a:ea typeface="Verdana"/>
            </a:endParaRPr>
          </a:p>
          <a:p>
            <a:pPr lvl="2"/>
            <a:r>
              <a:rPr lang="et-EE"/>
              <a:t>muundur: fotodioodi vool -&gt; pinge </a:t>
            </a:r>
            <a:endParaRPr lang="et-EE">
              <a:ea typeface="Verdana"/>
            </a:endParaRPr>
          </a:p>
          <a:p>
            <a:pPr lvl="2"/>
            <a:r>
              <a:rPr lang="et-EE"/>
              <a:t>valgustatuse näidu tasemete määramine (komparaator ehk comparator) </a:t>
            </a:r>
            <a:endParaRPr lang="et-EE">
              <a:ea typeface="Verdana"/>
            </a:endParaRPr>
          </a:p>
          <a:p>
            <a:pPr lvl="2"/>
            <a:r>
              <a:rPr lang="et-EE"/>
              <a:t>täpsus võiks jääda +-10% suurusjärku võrreldes valgusmõõtjaga</a:t>
            </a:r>
            <a:endParaRPr lang="et-EE">
              <a:solidFill>
                <a:srgbClr val="332B60"/>
              </a:solidFill>
              <a:ea typeface="Verdana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B846A0-94B2-65B8-3BC2-81B3FF33374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16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E69D-8913-0E31-475B-2BE0AF24F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1">
            <a:extLst>
              <a:ext uri="{FF2B5EF4-FFF2-40B4-BE49-F238E27FC236}">
                <a16:creationId xmlns:a16="http://schemas.microsoft.com/office/drawing/2014/main" id="{975D7D81-669B-BB2F-A852-325A2152D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t-EE" altLang="en-US">
                <a:solidFill>
                  <a:srgbClr val="332B60"/>
                </a:solidFill>
              </a:rPr>
              <a:t>Projekt (analoog):</a:t>
            </a:r>
            <a:br>
              <a:rPr lang="et-EE" altLang="en-US">
                <a:solidFill>
                  <a:srgbClr val="332B60"/>
                </a:solidFill>
              </a:rPr>
            </a:br>
            <a:r>
              <a:rPr lang="et-EE"/>
              <a:t>Valgustugevuse mõõtmine fotodioodiga</a:t>
            </a:r>
            <a:endParaRPr lang="en-US" altLang="en-US">
              <a:solidFill>
                <a:srgbClr val="332B60"/>
              </a:solidFill>
            </a:endParaRPr>
          </a:p>
          <a:p>
            <a:endParaRPr lang="en-US" altLang="en-US">
              <a:solidFill>
                <a:srgbClr val="332B6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E8C819-A9A9-5EB7-91FB-A9D6A926E7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3</a:t>
            </a:fld>
            <a:endParaRPr lang="en-GB"/>
          </a:p>
        </p:txBody>
      </p:sp>
      <p:pic>
        <p:nvPicPr>
          <p:cNvPr id="3" name="Picture 2" descr="A screen shot of a diagram&#10;&#10;AI-generated content may be incorrect.">
            <a:extLst>
              <a:ext uri="{FF2B5EF4-FFF2-40B4-BE49-F238E27FC236}">
                <a16:creationId xmlns:a16="http://schemas.microsoft.com/office/drawing/2014/main" id="{323965A3-8368-06BD-6CED-0DDE929DD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4" y="954719"/>
            <a:ext cx="11386205" cy="516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81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4C901-4836-474A-6FEB-3E98F0D9A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 shot of a diagram&#10;&#10;AI-generated content may be incorrect.">
            <a:extLst>
              <a:ext uri="{FF2B5EF4-FFF2-40B4-BE49-F238E27FC236}">
                <a16:creationId xmlns:a16="http://schemas.microsoft.com/office/drawing/2014/main" id="{2D5DF51F-3BB2-BC56-F38D-14780B6237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31"/>
          <a:stretch>
            <a:fillRect/>
          </a:stretch>
        </p:blipFill>
        <p:spPr>
          <a:xfrm>
            <a:off x="4634776" y="0"/>
            <a:ext cx="7557224" cy="6858000"/>
          </a:xfrm>
          <a:prstGeom prst="rect">
            <a:avLst/>
          </a:prstGeom>
        </p:spPr>
      </p:pic>
      <p:sp>
        <p:nvSpPr>
          <p:cNvPr id="7170" name="Text Placeholder 1">
            <a:extLst>
              <a:ext uri="{FF2B5EF4-FFF2-40B4-BE49-F238E27FC236}">
                <a16:creationId xmlns:a16="http://schemas.microsoft.com/office/drawing/2014/main" id="{5316BFA5-13FB-EC56-3EB3-247964B7EA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err="1">
                <a:solidFill>
                  <a:srgbClr val="332B60"/>
                </a:solidFill>
                <a:ea typeface="Verdana"/>
              </a:rPr>
              <a:t>Kogu</a:t>
            </a:r>
            <a:r>
              <a:rPr lang="en-US">
                <a:solidFill>
                  <a:srgbClr val="332B60"/>
                </a:solidFill>
                <a:ea typeface="Verdana"/>
              </a:rPr>
              <a:t> </a:t>
            </a:r>
            <a:r>
              <a:rPr lang="en-US" err="1">
                <a:solidFill>
                  <a:srgbClr val="332B60"/>
                </a:solidFill>
                <a:ea typeface="Verdana"/>
              </a:rPr>
              <a:t>skee</a:t>
            </a:r>
            <a:r>
              <a:rPr lang="en-US" err="1">
                <a:ea typeface="Verdana"/>
              </a:rPr>
              <a:t>m</a:t>
            </a:r>
            <a:r>
              <a:rPr lang="en-US">
                <a:ea typeface="Verdana"/>
              </a:rPr>
              <a:t> (analog)</a:t>
            </a:r>
            <a:endParaRPr lang="et-EE">
              <a:solidFill>
                <a:srgbClr val="332B60"/>
              </a:solidFill>
              <a:ea typeface="Verdana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5C7C39-F296-F0B9-509F-560DE21FD3B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4</a:t>
            </a:fld>
            <a:endParaRPr lang="en-GB"/>
          </a:p>
        </p:txBody>
      </p:sp>
      <p:pic>
        <p:nvPicPr>
          <p:cNvPr id="3" name="Picture 2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4EA1A41C-E8A6-B2F4-A31F-9BA2E3965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411" y="2087752"/>
            <a:ext cx="4645904" cy="267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591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5B333E-16EE-747D-2596-387DE7A033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53B91-802E-E35F-DF10-204E587B9FC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5</a:t>
            </a:fld>
            <a:endParaRPr lang="en-GB"/>
          </a:p>
        </p:txBody>
      </p:sp>
      <p:pic>
        <p:nvPicPr>
          <p:cNvPr id="7" name="Online Media 6" title="20251016 194224">
            <a:hlinkClick r:id="" action="ppaction://noaction"/>
            <a:extLst>
              <a:ext uri="{FF2B5EF4-FFF2-40B4-BE49-F238E27FC236}">
                <a16:creationId xmlns:a16="http://schemas.microsoft.com/office/drawing/2014/main" id="{5A621058-DF1A-1C67-D24D-69522EEE271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812925" y="1347537"/>
            <a:ext cx="7835817" cy="442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07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83" t="21504" r="-15205" b="21504"/>
          <a:stretch/>
        </p:blipFill>
        <p:spPr>
          <a:xfrm>
            <a:off x="0" y="-31030"/>
            <a:ext cx="12192000" cy="6889030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5128412" y="-30480"/>
            <a:ext cx="7063588" cy="6888480"/>
            <a:chOff x="4923693" y="-30480"/>
            <a:chExt cx="7063588" cy="6888480"/>
          </a:xfrm>
        </p:grpSpPr>
        <p:sp>
          <p:nvSpPr>
            <p:cNvPr id="9" name="Rectangle 8"/>
            <p:cNvSpPr/>
            <p:nvPr/>
          </p:nvSpPr>
          <p:spPr>
            <a:xfrm>
              <a:off x="4923693" y="-30480"/>
              <a:ext cx="7063588" cy="31253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874058" y="2991173"/>
              <a:ext cx="6113223" cy="38668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Teksti kohatäide 4"/>
          <p:cNvSpPr>
            <a:spLocks noGrp="1"/>
          </p:cNvSpPr>
          <p:nvPr>
            <p:ph type="body" sz="quarter" idx="12"/>
          </p:nvPr>
        </p:nvSpPr>
        <p:spPr>
          <a:xfrm>
            <a:off x="6552253" y="2794909"/>
            <a:ext cx="4921612" cy="348829"/>
          </a:xfrm>
        </p:spPr>
        <p:txBody>
          <a:bodyPr vert="horz" lIns="0" tIns="0" rIns="0" bIns="0" rtlCol="0" anchor="t">
            <a:noAutofit/>
          </a:bodyPr>
          <a:lstStyle/>
          <a:p>
            <a:endParaRPr lang="et-EE" altLang="en-US" sz="2900">
              <a:solidFill>
                <a:schemeClr val="tx2"/>
              </a:solidFill>
              <a:ea typeface="Verdana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altLang="en-US" sz="2900" err="1">
                <a:solidFill>
                  <a:schemeClr val="accent1"/>
                </a:solidFill>
                <a:latin typeface="+mn-lt"/>
                <a:ea typeface="Verdana"/>
              </a:rPr>
              <a:t>Arduino</a:t>
            </a:r>
            <a:r>
              <a:rPr lang="et-EE" altLang="en-US" sz="2900">
                <a:solidFill>
                  <a:schemeClr val="accent1"/>
                </a:solidFill>
                <a:latin typeface="+mn-lt"/>
                <a:ea typeface="Verdana"/>
              </a:rPr>
              <a:t> Digisisendi laiend</a:t>
            </a:r>
          </a:p>
        </p:txBody>
      </p:sp>
    </p:spTree>
    <p:extLst>
      <p:ext uri="{BB962C8B-B14F-4D97-AF65-F5344CB8AC3E}">
        <p14:creationId xmlns:p14="http://schemas.microsoft.com/office/powerpoint/2010/main" val="395204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586591-E9BB-D21A-B55C-E422516F31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549275"/>
            <a:ext cx="11234257" cy="755228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Verdana"/>
                <a:ea typeface="Verdana"/>
              </a:rPr>
              <a:t>Projekt (</a:t>
            </a:r>
            <a:r>
              <a:rPr lang="en-US" err="1">
                <a:latin typeface="Verdana"/>
                <a:ea typeface="Verdana"/>
              </a:rPr>
              <a:t>digitaal</a:t>
            </a:r>
            <a:r>
              <a:rPr lang="en-US">
                <a:latin typeface="Verdana"/>
                <a:ea typeface="Verdana"/>
              </a:rPr>
              <a:t>): Arduino nano </a:t>
            </a:r>
            <a:r>
              <a:rPr lang="en-US" err="1">
                <a:latin typeface="Verdana"/>
                <a:ea typeface="Verdana"/>
              </a:rPr>
              <a:t>digisisendi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laiendamine</a:t>
            </a:r>
            <a:endParaRPr lang="en-US">
              <a:latin typeface="Verdana"/>
              <a:ea typeface="Verdana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5BCDD-396F-B4CF-F5E8-59CF269EE5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8777" y="1306393"/>
            <a:ext cx="3374809" cy="417927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Verdana"/>
                <a:ea typeface="Verdana"/>
              </a:rPr>
              <a:t>2 </a:t>
            </a:r>
            <a:r>
              <a:rPr lang="en-US" err="1">
                <a:latin typeface="Verdana"/>
                <a:ea typeface="Verdana"/>
              </a:rPr>
              <a:t>digitaalset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sisendit</a:t>
            </a:r>
            <a:endParaRPr lang="en-US">
              <a:latin typeface="Verdana"/>
              <a:ea typeface="Verdana"/>
            </a:endParaRPr>
          </a:p>
          <a:p>
            <a:pPr lvl="1" fontAlgn="auto">
              <a:buFont typeface="Courier New" panose="05000000000000000000" pitchFamily="2" charset="2"/>
              <a:buChar char="o"/>
            </a:pPr>
            <a:r>
              <a:rPr lang="en-US" err="1">
                <a:latin typeface="Verdana"/>
                <a:ea typeface="Verdana"/>
              </a:rPr>
              <a:t>Üks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inverteeritud</a:t>
            </a:r>
            <a:endParaRPr lang="en-US">
              <a:latin typeface="Verdana"/>
              <a:ea typeface="Verdana"/>
            </a:endParaRPr>
          </a:p>
          <a:p>
            <a:pPr fontAlgn="base"/>
            <a:r>
              <a:rPr lang="en-US" err="1">
                <a:latin typeface="Verdana"/>
                <a:ea typeface="Verdana"/>
              </a:rPr>
              <a:t>Signaalid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ei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tohiks</a:t>
            </a:r>
            <a:r>
              <a:rPr lang="en-US">
                <a:latin typeface="Verdana"/>
                <a:ea typeface="Verdana"/>
              </a:rPr>
              <a:t> </a:t>
            </a:r>
            <a:r>
              <a:rPr lang="en-US" err="1">
                <a:latin typeface="Verdana"/>
                <a:ea typeface="Verdana"/>
              </a:rPr>
              <a:t>häirida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üksteist</a:t>
            </a:r>
          </a:p>
          <a:p>
            <a:r>
              <a:rPr lang="en-US" err="1">
                <a:latin typeface="Verdana"/>
                <a:ea typeface="Verdana"/>
              </a:rPr>
              <a:t>Arduinoga</a:t>
            </a:r>
            <a:r>
              <a:rPr lang="en-US">
                <a:latin typeface="Verdana"/>
                <a:ea typeface="Verdana"/>
              </a:rPr>
              <a:t> </a:t>
            </a:r>
            <a:r>
              <a:rPr lang="en-US" err="1">
                <a:latin typeface="Verdana"/>
                <a:ea typeface="Verdana"/>
              </a:rPr>
              <a:t>skeem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lahenduse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kontrollimiseks</a:t>
            </a:r>
          </a:p>
          <a:p>
            <a:endParaRPr lang="en-US">
              <a:latin typeface="Verdana"/>
              <a:ea typeface="Verdana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2CB232-43CF-B6C4-D78F-89F2274EA3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7</a:t>
            </a:fld>
            <a:endParaRPr lang="en-GB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6C38FC0-76FB-4E3B-924A-FDC0E7A86C3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l="568" r="568"/>
          <a:stretch>
            <a:fillRect/>
          </a:stretch>
        </p:blipFill>
        <p:spPr>
          <a:xfrm>
            <a:off x="3654547" y="930276"/>
            <a:ext cx="8540404" cy="537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852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D00F1A-EB02-EF88-AA36-F9E980ACF4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Verdana"/>
                <a:ea typeface="Verdana"/>
              </a:rPr>
              <a:t>Loogika nivood</a:t>
            </a:r>
            <a:endParaRPr lang="en-US"/>
          </a:p>
        </p:txBody>
      </p:sp>
      <p:pic>
        <p:nvPicPr>
          <p:cNvPr id="6" name="Picture Placeholder 5" descr="A diagram of a high level output&#10;&#10;AI-generated content may be incorrect.">
            <a:extLst>
              <a:ext uri="{FF2B5EF4-FFF2-40B4-BE49-F238E27FC236}">
                <a16:creationId xmlns:a16="http://schemas.microsoft.com/office/drawing/2014/main" id="{1404863C-9314-A80E-2413-4A2526A257F9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l="2432" r="3243" b="-287"/>
          <a:stretch>
            <a:fillRect/>
          </a:stretch>
        </p:blipFill>
        <p:spPr>
          <a:xfrm>
            <a:off x="5598624" y="3333505"/>
            <a:ext cx="5680801" cy="282625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B43E7-080F-27E9-E9DA-3433BB5F0F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5623" y="1355238"/>
            <a:ext cx="4351731" cy="4140199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Verdana"/>
                <a:ea typeface="Verdana"/>
              </a:rPr>
              <a:t>Arduino nivood</a:t>
            </a:r>
          </a:p>
          <a:p>
            <a:pPr lvl="1" fontAlgn="auto">
              <a:buFont typeface="Courier New" panose="05000000000000000000" pitchFamily="2" charset="2"/>
              <a:buChar char="o"/>
            </a:pPr>
            <a:r>
              <a:rPr lang="en-US">
                <a:latin typeface="Verdana"/>
                <a:ea typeface="Verdana"/>
              </a:rPr>
              <a:t>"1" &gt; 3 V</a:t>
            </a:r>
            <a:endParaRPr lang="en-US">
              <a:latin typeface="Verdana" charset="0"/>
              <a:ea typeface="Verdana"/>
            </a:endParaRPr>
          </a:p>
          <a:p>
            <a:pPr lvl="1" fontAlgn="auto">
              <a:buFont typeface="Courier New" panose="05000000000000000000" pitchFamily="2" charset="2"/>
              <a:buChar char="o"/>
            </a:pPr>
            <a:r>
              <a:rPr lang="en-US">
                <a:latin typeface="Verdana"/>
                <a:ea typeface="Verdana"/>
              </a:rPr>
              <a:t>"0" &lt; 1,5 V</a:t>
            </a:r>
          </a:p>
          <a:p>
            <a:pPr indent="-228600" fontAlgn="base"/>
            <a:r>
              <a:rPr lang="en-US">
                <a:latin typeface="Verdana"/>
                <a:ea typeface="Verdana"/>
              </a:rPr>
              <a:t>TTL </a:t>
            </a:r>
            <a:r>
              <a:rPr lang="en-US" err="1">
                <a:latin typeface="Verdana"/>
                <a:ea typeface="Verdana"/>
              </a:rPr>
              <a:t>loogika</a:t>
            </a:r>
            <a:r>
              <a:rPr lang="en-US">
                <a:latin typeface="Verdana"/>
                <a:ea typeface="Verdana"/>
              </a:rPr>
              <a:t> nivood</a:t>
            </a:r>
          </a:p>
          <a:p>
            <a:pPr marL="457200" lvl="1" indent="0">
              <a:buNone/>
            </a:pPr>
            <a:r>
              <a:rPr lang="en-US">
                <a:latin typeface="Verdana" charset="0"/>
                <a:ea typeface="Verdana"/>
              </a:rPr>
              <a:t> 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785589-5182-8613-0207-F8B09588727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8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11FE0-B087-682D-F787-6833721BAA6A}"/>
              </a:ext>
            </a:extLst>
          </p:cNvPr>
          <p:cNvSpPr txBox="1"/>
          <p:nvPr/>
        </p:nvSpPr>
        <p:spPr>
          <a:xfrm>
            <a:off x="5813507" y="6031685"/>
            <a:ext cx="52599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Calibri"/>
                <a:ea typeface="Calibri"/>
                <a:cs typeface="Calibri"/>
              </a:rPr>
              <a:t>https://www.allaboutcircuits.com/textbook/digital/chpt-3/logic-signal-voltage-levels/</a:t>
            </a:r>
            <a:endParaRPr lang="en-US">
              <a:ea typeface="Calibri"/>
              <a:cs typeface="Calibri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2AA929-3CCD-C616-BB55-56E52B6006B8}"/>
              </a:ext>
            </a:extLst>
          </p:cNvPr>
          <p:cNvGrpSpPr/>
          <p:nvPr/>
        </p:nvGrpSpPr>
        <p:grpSpPr>
          <a:xfrm>
            <a:off x="3685931" y="-1807"/>
            <a:ext cx="8211317" cy="2361322"/>
            <a:chOff x="3685931" y="-1807"/>
            <a:chExt cx="8211317" cy="2361322"/>
          </a:xfrm>
        </p:grpSpPr>
        <p:pic>
          <p:nvPicPr>
            <p:cNvPr id="9" name="Picture Placeholder 10" descr="A table with symbols and numbers">
              <a:extLst>
                <a:ext uri="{FF2B5EF4-FFF2-40B4-BE49-F238E27FC236}">
                  <a16:creationId xmlns:a16="http://schemas.microsoft.com/office/drawing/2014/main" id="{7F481696-8DBA-5731-947C-9082631A8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466" r="3530"/>
            <a:stretch>
              <a:fillRect/>
            </a:stretch>
          </p:blipFill>
          <p:spPr>
            <a:xfrm>
              <a:off x="3685931" y="-1807"/>
              <a:ext cx="8211317" cy="236132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CFF3C2F-50B2-D057-5950-5E1489444E09}"/>
                    </a:ext>
                  </a:extLst>
                </p14:cNvPr>
                <p14:cNvContentPartPr/>
                <p14:nvPr/>
              </p14:nvContentPartPr>
              <p14:xfrm>
                <a:off x="10116037" y="1083109"/>
                <a:ext cx="887823" cy="11044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CFF3C2F-50B2-D057-5950-5E1489444E0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98043" y="1065296"/>
                  <a:ext cx="923451" cy="463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157E9EF-FCD6-0E52-5589-36FF825EA6D1}"/>
                    </a:ext>
                  </a:extLst>
                </p14:cNvPr>
                <p14:cNvContentPartPr/>
                <p14:nvPr/>
              </p14:nvContentPartPr>
              <p14:xfrm>
                <a:off x="8141839" y="1488179"/>
                <a:ext cx="730036" cy="11044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157E9EF-FCD6-0E52-5589-36FF825EA6D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23849" y="1470366"/>
                  <a:ext cx="765656" cy="46314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440D93C-9A04-5A3B-9371-5B207581F986}"/>
              </a:ext>
            </a:extLst>
          </p:cNvPr>
          <p:cNvSpPr txBox="1"/>
          <p:nvPr/>
        </p:nvSpPr>
        <p:spPr>
          <a:xfrm>
            <a:off x="3767666" y="2444750"/>
            <a:ext cx="7865859" cy="656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Calibri"/>
                <a:ea typeface="Calibri"/>
                <a:cs typeface="Calibri"/>
              </a:rPr>
              <a:t>https://ww1.microchip.com/downloads/en/DeviceDoc/Atmel-7810-Automotive-Microcontrollers-ATmega328P_Datasheet.pdf</a:t>
            </a:r>
            <a:endParaRPr lang="en-US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709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2639C2-CB73-54AE-7D12-B244ED502E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579" y="246429"/>
            <a:ext cx="6395698" cy="755228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err="1">
                <a:latin typeface="Verdana"/>
                <a:ea typeface="Verdana"/>
              </a:rPr>
              <a:t>Mõõtetulemused</a:t>
            </a:r>
            <a:r>
              <a:rPr lang="en-US">
                <a:latin typeface="Verdana"/>
                <a:ea typeface="Verdana"/>
              </a:rPr>
              <a:t> (Transistor NOR)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07D2A0-BC9B-3899-845E-B4FE0EFA446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45C5C7E-044F-428A-BBD0-81FB79B3AD79}" type="slidenum">
              <a:rPr lang="en-GB" dirty="0" smtClean="0">
                <a:latin typeface="Calibri"/>
                <a:ea typeface="Calibri"/>
                <a:cs typeface="Calibri"/>
              </a:rPr>
              <a:t>9</a:t>
            </a:fld>
            <a:endParaRPr lang="en-GB">
              <a:latin typeface="Calibri"/>
              <a:ea typeface="Calibri"/>
              <a:cs typeface="Calibri"/>
            </a:endParaRPr>
          </a:p>
        </p:txBody>
      </p:sp>
      <p:pic>
        <p:nvPicPr>
          <p:cNvPr id="12" name="Picture 11" descr="A diagram of a circuit&#10;&#10;AI-generated content may be incorrect.">
            <a:extLst>
              <a:ext uri="{FF2B5EF4-FFF2-40B4-BE49-F238E27FC236}">
                <a16:creationId xmlns:a16="http://schemas.microsoft.com/office/drawing/2014/main" id="{8EA2AAC6-946D-08AE-5A39-584270539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99" y="629750"/>
            <a:ext cx="5892555" cy="4396886"/>
          </a:xfrm>
          <a:prstGeom prst="rect">
            <a:avLst/>
          </a:prstGeom>
        </p:spPr>
      </p:pic>
      <p:pic>
        <p:nvPicPr>
          <p:cNvPr id="15" name="Picture 14" descr="A blue and white table with numbers and text&#10;&#10;AI-generated content may be incorrect.">
            <a:extLst>
              <a:ext uri="{FF2B5EF4-FFF2-40B4-BE49-F238E27FC236}">
                <a16:creationId xmlns:a16="http://schemas.microsoft.com/office/drawing/2014/main" id="{0ECF0DBA-507F-7908-DE6E-065B62157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532" y="3886161"/>
            <a:ext cx="7057781" cy="205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893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C8BED4-E70A-D17C-A7F6-7826477EC7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675" y="284692"/>
            <a:ext cx="6044006" cy="755228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err="1">
                <a:latin typeface="Verdana"/>
                <a:ea typeface="Verdana"/>
              </a:rPr>
              <a:t>Mõõtetulemused</a:t>
            </a:r>
            <a:r>
              <a:rPr lang="en-US">
                <a:latin typeface="Verdana"/>
                <a:ea typeface="Verdana"/>
              </a:rPr>
              <a:t> (Diode OR)</a:t>
            </a:r>
            <a:endParaRPr lang="en-US" b="0">
              <a:solidFill>
                <a:srgbClr val="000000"/>
              </a:solidFill>
              <a:latin typeface="Verdana"/>
              <a:ea typeface="Verdana"/>
            </a:endParaRPr>
          </a:p>
          <a:p>
            <a:endParaRPr lang="en-US">
              <a:ea typeface="Verdana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D9CFFC-3C60-86FD-2F69-46711B02BA0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C82CC-F559-8856-331D-5AA5C0E6CA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10</a:t>
            </a:fld>
            <a:endParaRPr lang="en-GB"/>
          </a:p>
        </p:txBody>
      </p:sp>
      <p:pic>
        <p:nvPicPr>
          <p:cNvPr id="12" name="Picture 11" descr="A screenshot of a computer">
            <a:extLst>
              <a:ext uri="{FF2B5EF4-FFF2-40B4-BE49-F238E27FC236}">
                <a16:creationId xmlns:a16="http://schemas.microsoft.com/office/drawing/2014/main" id="{6A4770A4-BE8B-BBD4-881C-7CE508CA9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46" y="660598"/>
            <a:ext cx="11136924" cy="5116728"/>
          </a:xfrm>
          <a:prstGeom prst="rect">
            <a:avLst/>
          </a:prstGeom>
        </p:spPr>
      </p:pic>
      <p:pic>
        <p:nvPicPr>
          <p:cNvPr id="10" name="Picture 9" descr="A table with numbers and symbols">
            <a:extLst>
              <a:ext uri="{FF2B5EF4-FFF2-40B4-BE49-F238E27FC236}">
                <a16:creationId xmlns:a16="http://schemas.microsoft.com/office/drawing/2014/main" id="{CB2D7D20-10D5-9EAE-0A16-D76D36462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620" y="4986461"/>
            <a:ext cx="6172201" cy="186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674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976869" y="4801074"/>
            <a:ext cx="10159444" cy="163506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err="1">
                <a:solidFill>
                  <a:srgbClr val="262626"/>
                </a:solidFill>
                <a:latin typeface="Verdana"/>
                <a:ea typeface="Verdana"/>
              </a:rPr>
              <a:t>Täname</a:t>
            </a:r>
            <a:r>
              <a:rPr lang="en-US">
                <a:solidFill>
                  <a:srgbClr val="262626"/>
                </a:solidFill>
                <a:latin typeface="Verdana"/>
                <a:ea typeface="Verdana"/>
              </a:rPr>
              <a:t> </a:t>
            </a:r>
            <a:r>
              <a:rPr lang="en-US" err="1">
                <a:solidFill>
                  <a:srgbClr val="262626"/>
                </a:solidFill>
                <a:latin typeface="Verdana"/>
                <a:ea typeface="Verdana"/>
              </a:rPr>
              <a:t>kuulamast</a:t>
            </a:r>
            <a:endParaRPr lang="et-EE" b="0">
              <a:solidFill>
                <a:srgbClr val="000000"/>
              </a:solidFill>
              <a:ea typeface="Verdana"/>
            </a:endParaRPr>
          </a:p>
          <a:p>
            <a:endParaRPr lang="et-EE" altLang="en-US">
              <a:ea typeface="Verdan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555" y="1958640"/>
            <a:ext cx="2447645" cy="13706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C063D5-13A4-98DF-69DE-DB3C5493E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Verdana"/>
                <a:ea typeface="Verdana"/>
              </a:rPr>
              <a:t>Diode OR väljundi </a:t>
            </a:r>
            <a:r>
              <a:rPr lang="en-US" err="1">
                <a:latin typeface="Verdana"/>
                <a:ea typeface="Verdana"/>
              </a:rPr>
              <a:t>graafik</a:t>
            </a:r>
            <a:endParaRPr lang="en-US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3BF4D-C5DA-3CDA-21D2-6DED1FC7A0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4B78C-16E6-0F92-ADBD-A65F27137A2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12</a:t>
            </a:fld>
            <a:endParaRPr lang="en-GB"/>
          </a:p>
        </p:txBody>
      </p:sp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838FCEFC-3CDB-FBED-4FB7-B74E98E58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42" y="1009284"/>
            <a:ext cx="10579100" cy="482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073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C31EB-8CF1-1FB2-F5DC-299C9E46BF8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13</a:t>
            </a:fld>
            <a:endParaRPr lang="en-GB"/>
          </a:p>
        </p:txBody>
      </p:sp>
      <p:pic>
        <p:nvPicPr>
          <p:cNvPr id="5" name="Picture 4" descr="A screen shot of a diagram&#10;&#10;AI-generated content may be incorrect.">
            <a:extLst>
              <a:ext uri="{FF2B5EF4-FFF2-40B4-BE49-F238E27FC236}">
                <a16:creationId xmlns:a16="http://schemas.microsoft.com/office/drawing/2014/main" id="{B3E3D8F9-C492-4395-A389-60EC677027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15" t="32917" r="29074" b="27973"/>
          <a:stretch>
            <a:fillRect/>
          </a:stretch>
        </p:blipFill>
        <p:spPr>
          <a:xfrm>
            <a:off x="2965450" y="767194"/>
            <a:ext cx="6261100" cy="532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7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'i kujundus">
  <a:themeElements>
    <a:clrScheme name="TalTech">
      <a:dk1>
        <a:srgbClr val="000000"/>
      </a:dk1>
      <a:lt1>
        <a:srgbClr val="FFFFFF"/>
      </a:lt1>
      <a:dk2>
        <a:srgbClr val="332B60"/>
      </a:dk2>
      <a:lt2>
        <a:srgbClr val="DADAE4"/>
      </a:lt2>
      <a:accent1>
        <a:srgbClr val="E4067E"/>
      </a:accent1>
      <a:accent2>
        <a:srgbClr val="9396B0"/>
      </a:accent2>
      <a:accent3>
        <a:srgbClr val="AB1352"/>
      </a:accent3>
      <a:accent4>
        <a:srgbClr val="4FBFD3"/>
      </a:accent4>
      <a:accent5>
        <a:srgbClr val="332B60"/>
      </a:accent5>
      <a:accent6>
        <a:srgbClr val="DADAE4"/>
      </a:accent6>
      <a:hlink>
        <a:srgbClr val="AB1352"/>
      </a:hlink>
      <a:folHlink>
        <a:srgbClr val="AB1352"/>
      </a:folHlink>
    </a:clrScheme>
    <a:fontScheme name="TTÜ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wrap="square" rtlCol="0" anchor="ctr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alTech_lühike_16-9_EST" id="{F8045980-E2B7-4176-8725-9235C7439C8B}" vid="{D597BC0D-E4B7-4CEF-BB26-FD0EAC940AC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41FD6AF7FC424189B0BAF161424567" ma:contentTypeVersion="3" ma:contentTypeDescription="Create a new document." ma:contentTypeScope="" ma:versionID="eee0fd60f927259333fb98fa60e06375">
  <xsd:schema xmlns:xsd="http://www.w3.org/2001/XMLSchema" xmlns:xs="http://www.w3.org/2001/XMLSchema" xmlns:p="http://schemas.microsoft.com/office/2006/metadata/properties" xmlns:ns2="566746a8-eac2-41fe-b884-0b6d892bfce3" targetNamespace="http://schemas.microsoft.com/office/2006/metadata/properties" ma:root="true" ma:fieldsID="3c8bea2a17d4ddf2e71864d746dea5d8" ns2:_="">
    <xsd:import namespace="566746a8-eac2-41fe-b884-0b6d892bfc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6746a8-eac2-41fe-b884-0b6d892bfc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ED1B01-1F27-469B-A5F2-E2EBFE6DB13E}">
  <ds:schemaRefs>
    <ds:schemaRef ds:uri="566746a8-eac2-41fe-b884-0b6d892bfce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F11662C-13BE-41E0-B1F1-0E975B481BAA}">
  <ds:schemaRefs>
    <ds:schemaRef ds:uri="566746a8-eac2-41fe-b884-0b6d892bfce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97BE2F7-8E6D-4684-953C-BB536E84C1F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6_week</Template>
  <TotalTime>0</TotalTime>
  <Words>345</Words>
  <Application>Microsoft Office PowerPoint</Application>
  <PresentationFormat>Widescreen</PresentationFormat>
  <Paragraphs>54</Paragraphs>
  <Slides>13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Verdana</vt:lpstr>
      <vt:lpstr>Wingdings</vt:lpstr>
      <vt:lpstr>Office'i kujundus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Uko Poschlin</dc:creator>
  <cp:lastModifiedBy>Uko Poschlin</cp:lastModifiedBy>
  <cp:revision>1</cp:revision>
  <dcterms:created xsi:type="dcterms:W3CDTF">2025-10-21T09:29:23Z</dcterms:created>
  <dcterms:modified xsi:type="dcterms:W3CDTF">2025-10-21T20:21:21Z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9643374</vt:lpwstr>
  </property>
  <property fmtid="{D5CDD505-2E9C-101B-9397-08002B2CF9AE}" pid="3" name="NXPowerLiteSettings">
    <vt:lpwstr>C780073804F000</vt:lpwstr>
  </property>
  <property fmtid="{D5CDD505-2E9C-101B-9397-08002B2CF9AE}" pid="4" name="NXPowerLiteVersion">
    <vt:lpwstr>D8.0.4</vt:lpwstr>
  </property>
  <property fmtid="{D5CDD505-2E9C-101B-9397-08002B2CF9AE}" pid="5" name="ContentTypeId">
    <vt:lpwstr>0x0101008E41FD6AF7FC424189B0BAF161424567</vt:lpwstr>
  </property>
</Properties>
</file>