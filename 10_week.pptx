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2" r:id="rId4"/>
  </p:sldMasterIdLst>
  <p:notesMasterIdLst>
    <p:notesMasterId r:id="rId17"/>
  </p:notesMasterIdLst>
  <p:handoutMasterIdLst>
    <p:handoutMasterId r:id="rId18"/>
  </p:handoutMasterIdLst>
  <p:sldIdLst>
    <p:sldId id="318" r:id="rId5"/>
    <p:sldId id="316" r:id="rId6"/>
    <p:sldId id="341" r:id="rId7"/>
    <p:sldId id="346" r:id="rId8"/>
    <p:sldId id="349" r:id="rId9"/>
    <p:sldId id="331" r:id="rId10"/>
    <p:sldId id="332" r:id="rId11"/>
    <p:sldId id="350" r:id="rId12"/>
    <p:sldId id="352" r:id="rId13"/>
    <p:sldId id="276" r:id="rId14"/>
    <p:sldId id="351" r:id="rId15"/>
    <p:sldId id="347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E36AF8D-5BEB-E041-9101-0495C1E2400F}">
          <p14:sldIdLst>
            <p14:sldId id="318"/>
            <p14:sldId id="316"/>
            <p14:sldId id="341"/>
            <p14:sldId id="346"/>
            <p14:sldId id="349"/>
            <p14:sldId id="331"/>
            <p14:sldId id="332"/>
            <p14:sldId id="350"/>
            <p14:sldId id="352"/>
            <p14:sldId id="276"/>
            <p14:sldId id="351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B60"/>
    <a:srgbClr val="4FBFD3"/>
    <a:srgbClr val="E4067E"/>
    <a:srgbClr val="4F4C4E"/>
    <a:srgbClr val="808285"/>
    <a:srgbClr val="96004F"/>
    <a:srgbClr val="4D4D4F"/>
    <a:srgbClr val="C9C9C9"/>
    <a:srgbClr val="D385A9"/>
    <a:srgbClr val="C25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EC243-3D03-E875-A65D-CE4EAEA0E746}" v="123" dt="2025-11-04T20:38:36.189"/>
    <p1510:client id="{3592AB5E-E5C6-AC3B-E44E-36AE2E8859E2}" v="1" dt="2025-11-04T17:31:57.056"/>
    <p1510:client id="{741F08D4-37FB-C586-046D-7121D25300C2}" v="54" dt="2025-11-04T16:38:24.477"/>
    <p1510:client id="{7B30ADFC-D77B-7D8C-34E8-37561D8E20DF}" v="7" dt="2025-11-04T17:02:05.677"/>
    <p1510:client id="{AAE70099-F030-421E-9F08-22CEACA85199}" v="180" dt="2025-11-04T17:19:05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Kujunduslaad 1 – rõhk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Kujunduslaad 1 – rõhk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 Romet De La Torre" userId="S::karlde@taltech.ee::0172a0a9-b8c9-4a6d-a0d2-213e8320e701" providerId="AD" clId="Web-{8CBD3082-DC93-8A36-DB86-8D0475FBF3A2}"/>
    <pc:docChg chg="modSld">
      <pc:chgData name="Karl Romet De La Torre" userId="S::karlde@taltech.ee::0172a0a9-b8c9-4a6d-a0d2-213e8320e701" providerId="AD" clId="Web-{8CBD3082-DC93-8A36-DB86-8D0475FBF3A2}" dt="2025-10-21T20:08:22.087" v="31" actId="1076"/>
      <pc:docMkLst>
        <pc:docMk/>
      </pc:docMkLst>
    </pc:docChg>
  </pc:docChgLst>
  <pc:docChgLst>
    <pc:chgData name="Karl Romet De La Torre" userId="S::karlde@taltech.ee::0172a0a9-b8c9-4a6d-a0d2-213e8320e701" providerId="AD" clId="Web-{7B30ADFC-D77B-7D8C-34E8-37561D8E20DF}"/>
    <pc:docChg chg="modSld sldOrd">
      <pc:chgData name="Karl Romet De La Torre" userId="S::karlde@taltech.ee::0172a0a9-b8c9-4a6d-a0d2-213e8320e701" providerId="AD" clId="Web-{7B30ADFC-D77B-7D8C-34E8-37561D8E20DF}" dt="2025-11-04T17:02:05.677" v="5"/>
      <pc:docMkLst>
        <pc:docMk/>
      </pc:docMkLst>
      <pc:sldChg chg="ord">
        <pc:chgData name="Karl Romet De La Torre" userId="S::karlde@taltech.ee::0172a0a9-b8c9-4a6d-a0d2-213e8320e701" providerId="AD" clId="Web-{7B30ADFC-D77B-7D8C-34E8-37561D8E20DF}" dt="2025-11-04T17:02:05.677" v="5"/>
        <pc:sldMkLst>
          <pc:docMk/>
          <pc:sldMk cId="2998681822" sldId="346"/>
        </pc:sldMkLst>
      </pc:sldChg>
      <pc:sldChg chg="delSp modSp">
        <pc:chgData name="Karl Romet De La Torre" userId="S::karlde@taltech.ee::0172a0a9-b8c9-4a6d-a0d2-213e8320e701" providerId="AD" clId="Web-{7B30ADFC-D77B-7D8C-34E8-37561D8E20DF}" dt="2025-11-04T16:41:41.419" v="4"/>
        <pc:sldMkLst>
          <pc:docMk/>
          <pc:sldMk cId="1349125908" sldId="349"/>
        </pc:sldMkLst>
        <pc:spChg chg="mod">
          <ac:chgData name="Karl Romet De La Torre" userId="S::karlde@taltech.ee::0172a0a9-b8c9-4a6d-a0d2-213e8320e701" providerId="AD" clId="Web-{7B30ADFC-D77B-7D8C-34E8-37561D8E20DF}" dt="2025-11-04T16:39:47.981" v="2" actId="20577"/>
          <ac:spMkLst>
            <pc:docMk/>
            <pc:sldMk cId="1349125908" sldId="349"/>
            <ac:spMk id="2" creationId="{4B8E9543-DA1A-7DE3-869F-CA1D3282E893}"/>
          </ac:spMkLst>
        </pc:spChg>
        <pc:spChg chg="del">
          <ac:chgData name="Karl Romet De La Torre" userId="S::karlde@taltech.ee::0172a0a9-b8c9-4a6d-a0d2-213e8320e701" providerId="AD" clId="Web-{7B30ADFC-D77B-7D8C-34E8-37561D8E20DF}" dt="2025-11-04T16:41:41.419" v="4"/>
          <ac:spMkLst>
            <pc:docMk/>
            <pc:sldMk cId="1349125908" sldId="349"/>
            <ac:spMk id="3" creationId="{C5802D8D-2605-52F0-C9C1-D0AEB05D97D0}"/>
          </ac:spMkLst>
        </pc:spChg>
        <pc:picChg chg="mod">
          <ac:chgData name="Karl Romet De La Torre" userId="S::karlde@taltech.ee::0172a0a9-b8c9-4a6d-a0d2-213e8320e701" providerId="AD" clId="Web-{7B30ADFC-D77B-7D8C-34E8-37561D8E20DF}" dt="2025-11-04T16:40:08.575" v="3" actId="1076"/>
          <ac:picMkLst>
            <pc:docMk/>
            <pc:sldMk cId="1349125908" sldId="349"/>
            <ac:picMk id="5" creationId="{FA150F8B-7C59-15FF-9B69-E0AA19B858B5}"/>
          </ac:picMkLst>
        </pc:picChg>
      </pc:sldChg>
    </pc:docChg>
  </pc:docChgLst>
  <pc:docChgLst>
    <pc:chgData name="Uko Poschlin" userId="3e88abbf-6602-4e57-8fe1-e464845f1e50" providerId="ADAL" clId="{0135FD9E-C436-40AB-99B3-5B0034B8E346}"/>
    <pc:docChg chg="undo custSel addSld delSld modSld sldOrd modSection">
      <pc:chgData name="Uko Poschlin" userId="3e88abbf-6602-4e57-8fe1-e464845f1e50" providerId="ADAL" clId="{0135FD9E-C436-40AB-99B3-5B0034B8E346}" dt="2025-11-04T17:19:05.321" v="274" actId="47"/>
      <pc:docMkLst>
        <pc:docMk/>
      </pc:docMkLst>
      <pc:sldChg chg="addSp delSp modSp mod ord">
        <pc:chgData name="Uko Poschlin" userId="3e88abbf-6602-4e57-8fe1-e464845f1e50" providerId="ADAL" clId="{0135FD9E-C436-40AB-99B3-5B0034B8E346}" dt="2025-11-04T17:01:56.249" v="163" actId="20577"/>
        <pc:sldMkLst>
          <pc:docMk/>
          <pc:sldMk cId="147616357" sldId="316"/>
        </pc:sldMkLst>
        <pc:spChg chg="mod">
          <ac:chgData name="Uko Poschlin" userId="3e88abbf-6602-4e57-8fe1-e464845f1e50" providerId="ADAL" clId="{0135FD9E-C436-40AB-99B3-5B0034B8E346}" dt="2025-11-04T17:01:09.737" v="137" actId="20577"/>
          <ac:spMkLst>
            <pc:docMk/>
            <pc:sldMk cId="147616357" sldId="316"/>
            <ac:spMk id="6146" creationId="{00000000-0000-0000-0000-000000000000}"/>
          </ac:spMkLst>
        </pc:spChg>
        <pc:spChg chg="mod">
          <ac:chgData name="Uko Poschlin" userId="3e88abbf-6602-4e57-8fe1-e464845f1e50" providerId="ADAL" clId="{0135FD9E-C436-40AB-99B3-5B0034B8E346}" dt="2025-11-04T17:01:56.249" v="163" actId="20577"/>
          <ac:spMkLst>
            <pc:docMk/>
            <pc:sldMk cId="147616357" sldId="316"/>
            <ac:spMk id="6147" creationId="{00000000-0000-0000-0000-000000000000}"/>
          </ac:spMkLst>
        </pc:spChg>
      </pc:sldChg>
      <pc:sldChg chg="addSp delSp modSp del mod ord">
        <pc:chgData name="Uko Poschlin" userId="3e88abbf-6602-4e57-8fe1-e464845f1e50" providerId="ADAL" clId="{0135FD9E-C436-40AB-99B3-5B0034B8E346}" dt="2025-11-04T17:19:05.321" v="274" actId="47"/>
        <pc:sldMkLst>
          <pc:docMk/>
          <pc:sldMk cId="2181591381" sldId="334"/>
        </pc:sldMkLst>
      </pc:sldChg>
      <pc:sldChg chg="delSp modSp mod ord">
        <pc:chgData name="Uko Poschlin" userId="3e88abbf-6602-4e57-8fe1-e464845f1e50" providerId="ADAL" clId="{0135FD9E-C436-40AB-99B3-5B0034B8E346}" dt="2025-11-04T17:06:18.076" v="169" actId="1076"/>
        <pc:sldMkLst>
          <pc:docMk/>
          <pc:sldMk cId="3217507489" sldId="341"/>
        </pc:sldMkLst>
        <pc:spChg chg="del">
          <ac:chgData name="Uko Poschlin" userId="3e88abbf-6602-4e57-8fe1-e464845f1e50" providerId="ADAL" clId="{0135FD9E-C436-40AB-99B3-5B0034B8E346}" dt="2025-11-04T17:06:05.553" v="164" actId="478"/>
          <ac:spMkLst>
            <pc:docMk/>
            <pc:sldMk cId="3217507489" sldId="341"/>
            <ac:spMk id="2" creationId="{3F5B333E-16EE-747D-2596-387DE7A03379}"/>
          </ac:spMkLst>
        </pc:spChg>
        <pc:picChg chg="mod">
          <ac:chgData name="Uko Poschlin" userId="3e88abbf-6602-4e57-8fe1-e464845f1e50" providerId="ADAL" clId="{0135FD9E-C436-40AB-99B3-5B0034B8E346}" dt="2025-11-04T17:06:18.076" v="169" actId="1076"/>
          <ac:picMkLst>
            <pc:docMk/>
            <pc:sldMk cId="3217507489" sldId="341"/>
            <ac:picMk id="7" creationId="{5A621058-DF1A-1C67-D24D-69522EEE271D}"/>
          </ac:picMkLst>
        </pc:picChg>
      </pc:sldChg>
      <pc:sldChg chg="addSp delSp modSp add mod modTransition modNotesTx">
        <pc:chgData name="Uko Poschlin" userId="3e88abbf-6602-4e57-8fe1-e464845f1e50" providerId="ADAL" clId="{0135FD9E-C436-40AB-99B3-5B0034B8E346}" dt="2025-11-04T17:18:01.064" v="271" actId="20577"/>
        <pc:sldMkLst>
          <pc:docMk/>
          <pc:sldMk cId="2998681822" sldId="346"/>
        </pc:sldMkLst>
        <pc:spChg chg="mod">
          <ac:chgData name="Uko Poschlin" userId="3e88abbf-6602-4e57-8fe1-e464845f1e50" providerId="ADAL" clId="{0135FD9E-C436-40AB-99B3-5B0034B8E346}" dt="2025-11-04T17:01:04.559" v="134" actId="20577"/>
          <ac:spMkLst>
            <pc:docMk/>
            <pc:sldMk cId="2998681822" sldId="346"/>
            <ac:spMk id="6146" creationId="{975D7D81-669B-BB2F-A852-325A2152DDC9}"/>
          </ac:spMkLst>
        </pc:spChg>
      </pc:sldChg>
      <pc:sldChg chg="addSp delSp modSp new add del mod ord">
        <pc:chgData name="Uko Poschlin" userId="3e88abbf-6602-4e57-8fe1-e464845f1e50" providerId="ADAL" clId="{0135FD9E-C436-40AB-99B3-5B0034B8E346}" dt="2025-11-04T16:31:00.470" v="99"/>
        <pc:sldMkLst>
          <pc:docMk/>
          <pc:sldMk cId="96487066" sldId="347"/>
        </pc:sldMkLst>
        <pc:picChg chg="add mod modCrop">
          <ac:chgData name="Uko Poschlin" userId="3e88abbf-6602-4e57-8fe1-e464845f1e50" providerId="ADAL" clId="{0135FD9E-C436-40AB-99B3-5B0034B8E346}" dt="2025-10-21T20:17:16.289" v="75" actId="1076"/>
          <ac:picMkLst>
            <pc:docMk/>
            <pc:sldMk cId="96487066" sldId="347"/>
            <ac:picMk id="5" creationId="{B3E3D8F9-C492-4395-A389-60EC677027ED}"/>
          </ac:picMkLst>
        </pc:picChg>
      </pc:sldChg>
      <pc:sldChg chg="addSp delSp modSp mod">
        <pc:chgData name="Uko Poschlin" userId="3e88abbf-6602-4e57-8fe1-e464845f1e50" providerId="ADAL" clId="{0135FD9E-C436-40AB-99B3-5B0034B8E346}" dt="2025-11-04T17:01:00.163" v="131" actId="20577"/>
        <pc:sldMkLst>
          <pc:docMk/>
          <pc:sldMk cId="1349125908" sldId="349"/>
        </pc:sldMkLst>
        <pc:spChg chg="add del mod">
          <ac:chgData name="Uko Poschlin" userId="3e88abbf-6602-4e57-8fe1-e464845f1e50" providerId="ADAL" clId="{0135FD9E-C436-40AB-99B3-5B0034B8E346}" dt="2025-11-04T17:01:00.163" v="131" actId="20577"/>
          <ac:spMkLst>
            <pc:docMk/>
            <pc:sldMk cId="1349125908" sldId="349"/>
            <ac:spMk id="2" creationId="{4B8E9543-DA1A-7DE3-869F-CA1D3282E893}"/>
          </ac:spMkLst>
        </pc:spChg>
      </pc:sldChg>
    </pc:docChg>
  </pc:docChgLst>
  <pc:docChgLst>
    <pc:chgData name="Jüri Kajava" userId="S::jukaja@taltech.ee::362f4973-aeb2-456d-91ab-e6c0b77fd48b" providerId="AD" clId="Web-{1BFE90A8-0BDD-CD9D-C313-3D93871B90FB}"/>
    <pc:docChg chg="addSld delSld modSld sldOrd modSection">
      <pc:chgData name="Jüri Kajava" userId="S::jukaja@taltech.ee::362f4973-aeb2-456d-91ab-e6c0b77fd48b" providerId="AD" clId="Web-{1BFE90A8-0BDD-CD9D-C313-3D93871B90FB}" dt="2025-10-21T20:20:53.493" v="241"/>
      <pc:docMkLst>
        <pc:docMk/>
      </pc:docMkLst>
      <pc:sldChg chg="addSp delSp modSp">
        <pc:chgData name="Jüri Kajava" userId="S::jukaja@taltech.ee::362f4973-aeb2-456d-91ab-e6c0b77fd48b" providerId="AD" clId="Web-{1BFE90A8-0BDD-CD9D-C313-3D93871B90FB}" dt="2025-10-21T18:44:24.515" v="2"/>
        <pc:sldMkLst>
          <pc:docMk/>
          <pc:sldMk cId="768852016" sldId="332"/>
        </pc:sldMkLst>
        <pc:picChg chg="add del mod">
          <ac:chgData name="Jüri Kajava" userId="S::jukaja@taltech.ee::362f4973-aeb2-456d-91ab-e6c0b77fd48b" providerId="AD" clId="Web-{1BFE90A8-0BDD-CD9D-C313-3D93871B90FB}" dt="2025-10-21T18:44:24.515" v="2"/>
          <ac:picMkLst>
            <pc:docMk/>
            <pc:sldMk cId="768852016" sldId="332"/>
            <ac:picMk id="7" creationId="{B6C38FC0-76FB-4E3B-924A-FDC0E7A86C3B}"/>
          </ac:picMkLst>
        </pc:picChg>
      </pc:sldChg>
    </pc:docChg>
  </pc:docChgLst>
  <pc:docChgLst>
    <pc:chgData name="Karl Romet De La Torre" userId="S::karlde@taltech.ee::0172a0a9-b8c9-4a6d-a0d2-213e8320e701" providerId="AD" clId="Web-{741F08D4-37FB-C586-046D-7121D25300C2}"/>
    <pc:docChg chg="addSld modSld modSection">
      <pc:chgData name="Karl Romet De La Torre" userId="S::karlde@taltech.ee::0172a0a9-b8c9-4a6d-a0d2-213e8320e701" providerId="AD" clId="Web-{741F08D4-37FB-C586-046D-7121D25300C2}" dt="2025-11-04T16:38:24.477" v="50" actId="1076"/>
      <pc:docMkLst>
        <pc:docMk/>
      </pc:docMkLst>
      <pc:sldChg chg="addSp delSp modSp">
        <pc:chgData name="Karl Romet De La Torre" userId="S::karlde@taltech.ee::0172a0a9-b8c9-4a6d-a0d2-213e8320e701" providerId="AD" clId="Web-{741F08D4-37FB-C586-046D-7121D25300C2}" dt="2025-11-04T16:30:20.886" v="4"/>
        <pc:sldMkLst>
          <pc:docMk/>
          <pc:sldMk cId="2181591381" sldId="334"/>
        </pc:sldMkLst>
        <pc:spChg chg="mod">
          <ac:chgData name="Karl Romet De La Torre" userId="S::karlde@taltech.ee::0172a0a9-b8c9-4a6d-a0d2-213e8320e701" providerId="AD" clId="Web-{741F08D4-37FB-C586-046D-7121D25300C2}" dt="2025-11-04T16:28:57.213" v="0" actId="20577"/>
          <ac:spMkLst>
            <pc:docMk/>
            <pc:sldMk cId="2181591381" sldId="334"/>
            <ac:spMk id="7170" creationId="{5316BFA5-13FB-EC56-3EB3-247964B7EABB}"/>
          </ac:spMkLst>
        </pc:spChg>
        <pc:picChg chg="add del">
          <ac:chgData name="Karl Romet De La Torre" userId="S::karlde@taltech.ee::0172a0a9-b8c9-4a6d-a0d2-213e8320e701" providerId="AD" clId="Web-{741F08D4-37FB-C586-046D-7121D25300C2}" dt="2025-11-04T16:30:20.886" v="4"/>
          <ac:picMkLst>
            <pc:docMk/>
            <pc:sldMk cId="2181591381" sldId="334"/>
            <ac:picMk id="3" creationId="{4EA1A41C-E8A6-B2F4-A31F-9BA2E3965E05}"/>
          </ac:picMkLst>
        </pc:picChg>
        <pc:picChg chg="add del">
          <ac:chgData name="Karl Romet De La Torre" userId="S::karlde@taltech.ee::0172a0a9-b8c9-4a6d-a0d2-213e8320e701" providerId="AD" clId="Web-{741F08D4-37FB-C586-046D-7121D25300C2}" dt="2025-11-04T16:30:20.886" v="3"/>
          <ac:picMkLst>
            <pc:docMk/>
            <pc:sldMk cId="2181591381" sldId="334"/>
            <ac:picMk id="12" creationId="{2D5DF51F-3BB2-BC56-F38D-14780B623740}"/>
          </ac:picMkLst>
        </pc:picChg>
      </pc:sldChg>
      <pc:sldChg chg="addSp delSp modSp">
        <pc:chgData name="Karl Romet De La Torre" userId="S::karlde@taltech.ee::0172a0a9-b8c9-4a6d-a0d2-213e8320e701" providerId="AD" clId="Web-{741F08D4-37FB-C586-046D-7121D25300C2}" dt="2025-11-04T16:38:24.477" v="50" actId="1076"/>
        <pc:sldMkLst>
          <pc:docMk/>
          <pc:sldMk cId="2998681822" sldId="346"/>
        </pc:sldMkLst>
        <pc:picChg chg="del">
          <ac:chgData name="Karl Romet De La Torre" userId="S::karlde@taltech.ee::0172a0a9-b8c9-4a6d-a0d2-213e8320e701" providerId="AD" clId="Web-{741F08D4-37FB-C586-046D-7121D25300C2}" dt="2025-11-04T16:37:09.599" v="32"/>
          <ac:picMkLst>
            <pc:docMk/>
            <pc:sldMk cId="2998681822" sldId="346"/>
            <ac:picMk id="3" creationId="{323965A3-8368-06BD-6CED-0DDE929DD95D}"/>
          </ac:picMkLst>
        </pc:picChg>
        <pc:picChg chg="add mod modCrop">
          <ac:chgData name="Karl Romet De La Torre" userId="S::karlde@taltech.ee::0172a0a9-b8c9-4a6d-a0d2-213e8320e701" providerId="AD" clId="Web-{741F08D4-37FB-C586-046D-7121D25300C2}" dt="2025-11-04T16:38:24.477" v="50" actId="1076"/>
          <ac:picMkLst>
            <pc:docMk/>
            <pc:sldMk cId="2998681822" sldId="346"/>
            <ac:picMk id="4" creationId="{951DD761-39F0-3D3A-340B-DBB0CC22178A}"/>
          </ac:picMkLst>
        </pc:picChg>
      </pc:sldChg>
      <pc:sldChg chg="addSp delSp modSp new">
        <pc:chgData name="Karl Romet De La Torre" userId="S::karlde@taltech.ee::0172a0a9-b8c9-4a6d-a0d2-213e8320e701" providerId="AD" clId="Web-{741F08D4-37FB-C586-046D-7121D25300C2}" dt="2025-11-04T16:35:39.471" v="15" actId="20577"/>
        <pc:sldMkLst>
          <pc:docMk/>
          <pc:sldMk cId="1349125908" sldId="349"/>
        </pc:sldMkLst>
        <pc:spChg chg="mod">
          <ac:chgData name="Karl Romet De La Torre" userId="S::karlde@taltech.ee::0172a0a9-b8c9-4a6d-a0d2-213e8320e701" providerId="AD" clId="Web-{741F08D4-37FB-C586-046D-7121D25300C2}" dt="2025-11-04T16:35:39.471" v="15" actId="20577"/>
          <ac:spMkLst>
            <pc:docMk/>
            <pc:sldMk cId="1349125908" sldId="349"/>
            <ac:spMk id="2" creationId="{4B8E9543-DA1A-7DE3-869F-CA1D3282E893}"/>
          </ac:spMkLst>
        </pc:spChg>
        <pc:picChg chg="add del mod">
          <ac:chgData name="Karl Romet De La Torre" userId="S::karlde@taltech.ee::0172a0a9-b8c9-4a6d-a0d2-213e8320e701" providerId="AD" clId="Web-{741F08D4-37FB-C586-046D-7121D25300C2}" dt="2025-11-04T16:31:55.308" v="10"/>
          <ac:picMkLst>
            <pc:docMk/>
            <pc:sldMk cId="1349125908" sldId="349"/>
            <ac:picMk id="5" creationId="{FA150F8B-7C59-15FF-9B69-E0AA19B858B5}"/>
          </ac:picMkLst>
        </pc:picChg>
      </pc:sldChg>
    </pc:docChg>
  </pc:docChgLst>
  <pc:docChgLst>
    <pc:chgData name="Jüri Kajava" userId="S::jukaja@taltech.ee::362f4973-aeb2-456d-91ab-e6c0b77fd48b" providerId="AD" clId="Web-{2A0EC243-3D03-E875-A65D-CE4EAEA0E746}"/>
    <pc:docChg chg="addSld delSld modSld sldOrd modSection">
      <pc:chgData name="Jüri Kajava" userId="S::jukaja@taltech.ee::362f4973-aeb2-456d-91ab-e6c0b77fd48b" providerId="AD" clId="Web-{2A0EC243-3D03-E875-A65D-CE4EAEA0E746}" dt="2025-11-04T20:38:35.564" v="107"/>
      <pc:docMkLst>
        <pc:docMk/>
      </pc:docMkLst>
      <pc:sldChg chg="del">
        <pc:chgData name="Jüri Kajava" userId="S::jukaja@taltech.ee::362f4973-aeb2-456d-91ab-e6c0b77fd48b" providerId="AD" clId="Web-{2A0EC243-3D03-E875-A65D-CE4EAEA0E746}" dt="2025-11-04T18:15:49.947" v="0"/>
        <pc:sldMkLst>
          <pc:docMk/>
          <pc:sldMk cId="115709552" sldId="338"/>
        </pc:sldMkLst>
      </pc:sldChg>
      <pc:sldChg chg="del">
        <pc:chgData name="Jüri Kajava" userId="S::jukaja@taltech.ee::362f4973-aeb2-456d-91ab-e6c0b77fd48b" providerId="AD" clId="Web-{2A0EC243-3D03-E875-A65D-CE4EAEA0E746}" dt="2025-11-04T18:18:04.290" v="19"/>
        <pc:sldMkLst>
          <pc:docMk/>
          <pc:sldMk cId="673893993" sldId="342"/>
        </pc:sldMkLst>
      </pc:sldChg>
      <pc:sldChg chg="del">
        <pc:chgData name="Jüri Kajava" userId="S::jukaja@taltech.ee::362f4973-aeb2-456d-91ab-e6c0b77fd48b" providerId="AD" clId="Web-{2A0EC243-3D03-E875-A65D-CE4EAEA0E746}" dt="2025-11-04T18:18:07.681" v="20"/>
        <pc:sldMkLst>
          <pc:docMk/>
          <pc:sldMk cId="2791674766" sldId="343"/>
        </pc:sldMkLst>
      </pc:sldChg>
      <pc:sldChg chg="addSp delSp modSp new">
        <pc:chgData name="Jüri Kajava" userId="S::jukaja@taltech.ee::362f4973-aeb2-456d-91ab-e6c0b77fd48b" providerId="AD" clId="Web-{2A0EC243-3D03-E875-A65D-CE4EAEA0E746}" dt="2025-11-04T18:18:00.275" v="18" actId="1076"/>
        <pc:sldMkLst>
          <pc:docMk/>
          <pc:sldMk cId="294362200" sldId="350"/>
        </pc:sldMkLst>
        <pc:spChg chg="mod">
          <ac:chgData name="Jüri Kajava" userId="S::jukaja@taltech.ee::362f4973-aeb2-456d-91ab-e6c0b77fd48b" providerId="AD" clId="Web-{2A0EC243-3D03-E875-A65D-CE4EAEA0E746}" dt="2025-11-04T18:16:39.947" v="13" actId="20577"/>
          <ac:spMkLst>
            <pc:docMk/>
            <pc:sldMk cId="294362200" sldId="350"/>
            <ac:spMk id="2" creationId="{B9FEF944-FCFA-3AFD-B51C-E42E9B05FFB0}"/>
          </ac:spMkLst>
        </pc:spChg>
        <pc:spChg chg="del">
          <ac:chgData name="Jüri Kajava" userId="S::jukaja@taltech.ee::362f4973-aeb2-456d-91ab-e6c0b77fd48b" providerId="AD" clId="Web-{2A0EC243-3D03-E875-A65D-CE4EAEA0E746}" dt="2025-11-04T18:16:18.509" v="4"/>
          <ac:spMkLst>
            <pc:docMk/>
            <pc:sldMk cId="294362200" sldId="350"/>
            <ac:spMk id="4" creationId="{6F1181E1-DED0-EC90-C8A2-C4FCD8D33348}"/>
          </ac:spMkLst>
        </pc:spChg>
        <pc:picChg chg="add mod ord modCrop">
          <ac:chgData name="Jüri Kajava" userId="S::jukaja@taltech.ee::362f4973-aeb2-456d-91ab-e6c0b77fd48b" providerId="AD" clId="Web-{2A0EC243-3D03-E875-A65D-CE4EAEA0E746}" dt="2025-11-04T18:18:00.275" v="18" actId="1076"/>
          <ac:picMkLst>
            <pc:docMk/>
            <pc:sldMk cId="294362200" sldId="350"/>
            <ac:picMk id="6" creationId="{BD3D0E17-906D-B220-7825-7926D9AAD287}"/>
          </ac:picMkLst>
        </pc:picChg>
      </pc:sldChg>
      <pc:sldChg chg="new del">
        <pc:chgData name="Jüri Kajava" userId="S::jukaja@taltech.ee::362f4973-aeb2-456d-91ab-e6c0b77fd48b" providerId="AD" clId="Web-{2A0EC243-3D03-E875-A65D-CE4EAEA0E746}" dt="2025-11-04T18:15:56.509" v="2"/>
        <pc:sldMkLst>
          <pc:docMk/>
          <pc:sldMk cId="2624063753" sldId="350"/>
        </pc:sldMkLst>
      </pc:sldChg>
      <pc:sldChg chg="new del">
        <pc:chgData name="Jüri Kajava" userId="S::jukaja@taltech.ee::362f4973-aeb2-456d-91ab-e6c0b77fd48b" providerId="AD" clId="Web-{2A0EC243-3D03-E875-A65D-CE4EAEA0E746}" dt="2025-11-04T18:18:56.634" v="22"/>
        <pc:sldMkLst>
          <pc:docMk/>
          <pc:sldMk cId="694819434" sldId="351"/>
        </pc:sldMkLst>
      </pc:sldChg>
      <pc:sldChg chg="addSp delSp modSp new">
        <pc:chgData name="Jüri Kajava" userId="S::jukaja@taltech.ee::362f4973-aeb2-456d-91ab-e6c0b77fd48b" providerId="AD" clId="Web-{2A0EC243-3D03-E875-A65D-CE4EAEA0E746}" dt="2025-11-04T18:20:25.587" v="42" actId="20577"/>
        <pc:sldMkLst>
          <pc:docMk/>
          <pc:sldMk cId="1841038689" sldId="351"/>
        </pc:sldMkLst>
        <pc:spChg chg="mod">
          <ac:chgData name="Jüri Kajava" userId="S::jukaja@taltech.ee::362f4973-aeb2-456d-91ab-e6c0b77fd48b" providerId="AD" clId="Web-{2A0EC243-3D03-E875-A65D-CE4EAEA0E746}" dt="2025-11-04T18:20:25.587" v="42" actId="20577"/>
          <ac:spMkLst>
            <pc:docMk/>
            <pc:sldMk cId="1841038689" sldId="351"/>
            <ac:spMk id="2" creationId="{34C79544-86CA-5877-914E-A09FC0CAC541}"/>
          </ac:spMkLst>
        </pc:spChg>
        <pc:spChg chg="del">
          <ac:chgData name="Jüri Kajava" userId="S::jukaja@taltech.ee::362f4973-aeb2-456d-91ab-e6c0b77fd48b" providerId="AD" clId="Web-{2A0EC243-3D03-E875-A65D-CE4EAEA0E746}" dt="2025-11-04T18:19:05.337" v="24"/>
          <ac:spMkLst>
            <pc:docMk/>
            <pc:sldMk cId="1841038689" sldId="351"/>
            <ac:spMk id="4" creationId="{D37ED314-7732-4652-5906-FBACF0700C5B}"/>
          </ac:spMkLst>
        </pc:spChg>
        <pc:picChg chg="add mod ord modCrop">
          <ac:chgData name="Jüri Kajava" userId="S::jukaja@taltech.ee::362f4973-aeb2-456d-91ab-e6c0b77fd48b" providerId="AD" clId="Web-{2A0EC243-3D03-E875-A65D-CE4EAEA0E746}" dt="2025-11-04T18:19:43.524" v="34" actId="1076"/>
          <ac:picMkLst>
            <pc:docMk/>
            <pc:sldMk cId="1841038689" sldId="351"/>
            <ac:picMk id="6" creationId="{70EFB22D-86FA-0BCC-9A3D-29CB02DE1A9A}"/>
          </ac:picMkLst>
        </pc:picChg>
      </pc:sldChg>
      <pc:sldChg chg="addSp delSp modSp new ord">
        <pc:chgData name="Jüri Kajava" userId="S::jukaja@taltech.ee::362f4973-aeb2-456d-91ab-e6c0b77fd48b" providerId="AD" clId="Web-{2A0EC243-3D03-E875-A65D-CE4EAEA0E746}" dt="2025-11-04T20:38:35.564" v="107"/>
        <pc:sldMkLst>
          <pc:docMk/>
          <pc:sldMk cId="152956192" sldId="352"/>
        </pc:sldMkLst>
        <pc:spChg chg="mod">
          <ac:chgData name="Jüri Kajava" userId="S::jukaja@taltech.ee::362f4973-aeb2-456d-91ab-e6c0b77fd48b" providerId="AD" clId="Web-{2A0EC243-3D03-E875-A65D-CE4EAEA0E746}" dt="2025-11-04T18:31:24.822" v="48" actId="20577"/>
          <ac:spMkLst>
            <pc:docMk/>
            <pc:sldMk cId="152956192" sldId="352"/>
            <ac:spMk id="2" creationId="{B985774B-C6CA-B12E-38F7-7A7F4AA5055C}"/>
          </ac:spMkLst>
        </pc:spChg>
        <pc:spChg chg="del mod">
          <ac:chgData name="Jüri Kajava" userId="S::jukaja@taltech.ee::362f4973-aeb2-456d-91ab-e6c0b77fd48b" providerId="AD" clId="Web-{2A0EC243-3D03-E875-A65D-CE4EAEA0E746}" dt="2025-11-04T18:32:17.603" v="59"/>
          <ac:spMkLst>
            <pc:docMk/>
            <pc:sldMk cId="152956192" sldId="352"/>
            <ac:spMk id="3" creationId="{B84782E0-E5F3-065D-272C-C1ED3CC43AC8}"/>
          </ac:spMkLst>
        </pc:spChg>
        <pc:spChg chg="del">
          <ac:chgData name="Jüri Kajava" userId="S::jukaja@taltech.ee::362f4973-aeb2-456d-91ab-e6c0b77fd48b" providerId="AD" clId="Web-{2A0EC243-3D03-E875-A65D-CE4EAEA0E746}" dt="2025-11-04T18:31:39.322" v="49"/>
          <ac:spMkLst>
            <pc:docMk/>
            <pc:sldMk cId="152956192" sldId="352"/>
            <ac:spMk id="4" creationId="{A246790E-D90A-0D52-C48A-DE36C7BE046A}"/>
          </ac:spMkLst>
        </pc:spChg>
        <pc:spChg chg="add del mod">
          <ac:chgData name="Jüri Kajava" userId="S::jukaja@taltech.ee::362f4973-aeb2-456d-91ab-e6c0b77fd48b" providerId="AD" clId="Web-{2A0EC243-3D03-E875-A65D-CE4EAEA0E746}" dt="2025-11-04T18:36:23.961" v="64"/>
          <ac:spMkLst>
            <pc:docMk/>
            <pc:sldMk cId="152956192" sldId="352"/>
            <ac:spMk id="7" creationId="{75C2B7B7-F489-17C2-381B-FACD42497507}"/>
          </ac:spMkLst>
        </pc:spChg>
        <pc:spChg chg="add del mod">
          <ac:chgData name="Jüri Kajava" userId="S::jukaja@taltech.ee::362f4973-aeb2-456d-91ab-e6c0b77fd48b" providerId="AD" clId="Web-{2A0EC243-3D03-E875-A65D-CE4EAEA0E746}" dt="2025-11-04T18:36:50.508" v="72"/>
          <ac:spMkLst>
            <pc:docMk/>
            <pc:sldMk cId="152956192" sldId="352"/>
            <ac:spMk id="8" creationId="{71729ECB-B4F4-8ADB-3546-DB6D5B1A75F7}"/>
          </ac:spMkLst>
        </pc:spChg>
        <pc:spChg chg="add mod">
          <ac:chgData name="Jüri Kajava" userId="S::jukaja@taltech.ee::362f4973-aeb2-456d-91ab-e6c0b77fd48b" providerId="AD" clId="Web-{2A0EC243-3D03-E875-A65D-CE4EAEA0E746}" dt="2025-11-04T18:45:18.821" v="96" actId="20577"/>
          <ac:spMkLst>
            <pc:docMk/>
            <pc:sldMk cId="152956192" sldId="352"/>
            <ac:spMk id="10" creationId="{50956A89-AD19-59B4-A2C4-223210BFD3A2}"/>
          </ac:spMkLst>
        </pc:spChg>
        <pc:spChg chg="add del mod">
          <ac:chgData name="Jüri Kajava" userId="S::jukaja@taltech.ee::362f4973-aeb2-456d-91ab-e6c0b77fd48b" providerId="AD" clId="Web-{2A0EC243-3D03-E875-A65D-CE4EAEA0E746}" dt="2025-11-04T19:02:53.983" v="98"/>
          <ac:spMkLst>
            <pc:docMk/>
            <pc:sldMk cId="152956192" sldId="352"/>
            <ac:spMk id="12" creationId="{7E3D3410-7D3D-5053-C1F6-7D0F3EA25EBE}"/>
          </ac:spMkLst>
        </pc:spChg>
        <pc:picChg chg="add del mod ord modCrop">
          <ac:chgData name="Jüri Kajava" userId="S::jukaja@taltech.ee::362f4973-aeb2-456d-91ab-e6c0b77fd48b" providerId="AD" clId="Web-{2A0EC243-3D03-E875-A65D-CE4EAEA0E746}" dt="2025-11-04T19:02:49.593" v="97"/>
          <ac:picMkLst>
            <pc:docMk/>
            <pc:sldMk cId="152956192" sldId="352"/>
            <ac:picMk id="6" creationId="{54728D68-0EDE-BC1A-1234-61E4100D26E1}"/>
          </ac:picMkLst>
        </pc:picChg>
        <pc:picChg chg="add mod ord">
          <ac:chgData name="Jüri Kajava" userId="S::jukaja@taltech.ee::362f4973-aeb2-456d-91ab-e6c0b77fd48b" providerId="AD" clId="Web-{2A0EC243-3D03-E875-A65D-CE4EAEA0E746}" dt="2025-11-04T20:38:35.564" v="107"/>
          <ac:picMkLst>
            <pc:docMk/>
            <pc:sldMk cId="152956192" sldId="352"/>
            <ac:picMk id="13" creationId="{BD41BB53-134A-F33E-5921-DD929751C4D2}"/>
          </ac:picMkLst>
        </pc:picChg>
      </pc:sldChg>
    </pc:docChg>
  </pc:docChgLst>
  <pc:docChgLst>
    <pc:chgData name="Jüri Kajava" userId="S::jukaja@taltech.ee::362f4973-aeb2-456d-91ab-e6c0b77fd48b" providerId="AD" clId="Web-{3592AB5E-E5C6-AC3B-E44E-36AE2E8859E2}"/>
    <pc:docChg chg="delSld modSection">
      <pc:chgData name="Jüri Kajava" userId="S::jukaja@taltech.ee::362f4973-aeb2-456d-91ab-e6c0b77fd48b" providerId="AD" clId="Web-{3592AB5E-E5C6-AC3B-E44E-36AE2E8859E2}" dt="2025-11-04T17:31:57.056" v="0"/>
      <pc:docMkLst>
        <pc:docMk/>
      </pc:docMkLst>
      <pc:sldChg chg="del">
        <pc:chgData name="Jüri Kajava" userId="S::jukaja@taltech.ee::362f4973-aeb2-456d-91ab-e6c0b77fd48b" providerId="AD" clId="Web-{3592AB5E-E5C6-AC3B-E44E-36AE2E8859E2}" dt="2025-11-04T17:31:57.056" v="0"/>
        <pc:sldMkLst>
          <pc:docMk/>
          <pc:sldMk cId="3783073228" sldId="348"/>
        </pc:sldMkLst>
      </pc:sldChg>
    </pc:docChg>
  </pc:docChgLst>
  <pc:docChgLst>
    <pc:chgData name="Karl Romet De La Torre" userId="S::karlde@taltech.ee::0172a0a9-b8c9-4a6d-a0d2-213e8320e701" providerId="AD" clId="Web-{1B0A317B-3A47-EA76-E15C-0F1E022A2EDA}"/>
    <pc:docChg chg="addSld modSld modSection">
      <pc:chgData name="Karl Romet De La Torre" userId="S::karlde@taltech.ee::0172a0a9-b8c9-4a6d-a0d2-213e8320e701" providerId="AD" clId="Web-{1B0A317B-3A47-EA76-E15C-0F1E022A2EDA}" dt="2025-10-21T09:49:25.017" v="9" actId="1076"/>
      <pc:docMkLst>
        <pc:docMk/>
      </pc:docMkLst>
      <pc:sldChg chg="addSp delSp modSp new">
        <pc:chgData name="Karl Romet De La Torre" userId="S::karlde@taltech.ee::0172a0a9-b8c9-4a6d-a0d2-213e8320e701" providerId="AD" clId="Web-{1B0A317B-3A47-EA76-E15C-0F1E022A2EDA}" dt="2025-10-21T09:49:25.017" v="9" actId="1076"/>
        <pc:sldMkLst>
          <pc:docMk/>
          <pc:sldMk cId="3217507489" sldId="341"/>
        </pc:sldMkLst>
        <pc:picChg chg="add mod">
          <ac:chgData name="Karl Romet De La Torre" userId="S::karlde@taltech.ee::0172a0a9-b8c9-4a6d-a0d2-213e8320e701" providerId="AD" clId="Web-{1B0A317B-3A47-EA76-E15C-0F1E022A2EDA}" dt="2025-10-21T09:49:25.017" v="9" actId="1076"/>
          <ac:picMkLst>
            <pc:docMk/>
            <pc:sldMk cId="3217507489" sldId="341"/>
            <ac:picMk id="7" creationId="{5A621058-DF1A-1C67-D24D-69522EEE271D}"/>
          </ac:picMkLst>
        </pc:picChg>
      </pc:sldChg>
    </pc:docChg>
  </pc:docChgLst>
  <pc:docChgLst>
    <pc:chgData name="Karl Romet De La Torre" userId="S::karlde@taltech.ee::0172a0a9-b8c9-4a6d-a0d2-213e8320e701" providerId="AD" clId="Web-{120B358C-F778-B8F8-ADB0-4583A3C20C8C}"/>
    <pc:docChg chg="delSld modSld modSection">
      <pc:chgData name="Karl Romet De La Torre" userId="S::karlde@taltech.ee::0172a0a9-b8c9-4a6d-a0d2-213e8320e701" providerId="AD" clId="Web-{120B358C-F778-B8F8-ADB0-4583A3C20C8C}" dt="2025-10-21T13:31:11.461" v="147"/>
      <pc:docMkLst>
        <pc:docMk/>
      </pc:docMkLst>
    </pc:docChg>
  </pc:docChgLst>
  <pc:docChgLst>
    <pc:chgData name="Jüri Kajava" userId="S::jukaja@taltech.ee::362f4973-aeb2-456d-91ab-e6c0b77fd48b" providerId="AD" clId="Web-{9A159663-67C5-45CE-E8CA-268FB5236CE3}"/>
    <pc:docChg chg="delSld modSection">
      <pc:chgData name="Jüri Kajava" userId="S::jukaja@taltech.ee::362f4973-aeb2-456d-91ab-e6c0b77fd48b" providerId="AD" clId="Web-{9A159663-67C5-45CE-E8CA-268FB5236CE3}" dt="2025-10-21T14:07:44.006" v="1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7233B-0833-EF40-A4A4-4DDA2CCDF1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8668B-42F9-8648-A8AF-436CB12C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6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A5CFB8B-B9EB-4E3F-B143-7BE1A009C8C1}" type="datetimeFigureOut">
              <a:rPr lang="en-US"/>
              <a:pPr>
                <a:defRPr/>
              </a:pPr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9D10C4C-EAC2-4D66-B9F8-E052F2E25BCC}" type="slidenum">
              <a:rPr lang="en-US" altLang="et-EE"/>
              <a:pPr>
                <a:defRPr/>
              </a:pPr>
              <a:t>‹#›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2034850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/>
              <a:t>Koostada skeem, mis hindab valgustatust vahemikus 300-500 luksi ja kasutades selleks kolme LED-i: valgustatus on alla 300 luksi, valgustatus on vahemikus 300-500 luksi ja valgustatus on üle 500 luksi. </a:t>
            </a:r>
            <a:endParaRPr lang="et-EE">
              <a:ea typeface="Verdana"/>
            </a:endParaRPr>
          </a:p>
          <a:p>
            <a:pPr lvl="1"/>
            <a:r>
              <a:rPr lang="et-EE"/>
              <a:t>Lahenduses kasutada analoogkomponente (st Arduino Nano jääb valikust välja). </a:t>
            </a:r>
            <a:endParaRPr lang="et-EE">
              <a:ea typeface="Verdana"/>
            </a:endParaRPr>
          </a:p>
          <a:p>
            <a:pPr lvl="2"/>
            <a:r>
              <a:rPr lang="et-EE"/>
              <a:t>valgustatuse mõõtmine, kohvris oleva fotodioodi sobivus selleks </a:t>
            </a:r>
            <a:endParaRPr lang="et-EE">
              <a:ea typeface="Verdana"/>
            </a:endParaRPr>
          </a:p>
          <a:p>
            <a:pPr lvl="2"/>
            <a:r>
              <a:rPr lang="et-EE"/>
              <a:t>muundur: fotodioodi vool -&gt; pinge </a:t>
            </a:r>
            <a:endParaRPr lang="et-EE">
              <a:ea typeface="Verdana"/>
            </a:endParaRPr>
          </a:p>
          <a:p>
            <a:pPr lvl="2"/>
            <a:r>
              <a:rPr lang="et-EE"/>
              <a:t>valgustatuse näidu tasemete määramine (komparaator ehk comparator) </a:t>
            </a:r>
            <a:endParaRPr lang="et-EE">
              <a:ea typeface="Verdana"/>
            </a:endParaRPr>
          </a:p>
          <a:p>
            <a:pPr lvl="2"/>
            <a:r>
              <a:rPr lang="et-EE"/>
              <a:t>täpsus võiks jääda +-10% suurusjärku võrreldes valgusmõõtjaga</a:t>
            </a:r>
            <a:endParaRPr lang="et-EE">
              <a:solidFill>
                <a:srgbClr val="332B60"/>
              </a:solidFill>
              <a:ea typeface="Verdana"/>
            </a:endParaRPr>
          </a:p>
          <a:p>
            <a:endParaRPr lang="et-E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10C4C-EAC2-4D66-B9F8-E052F2E25BCC}" type="slidenum">
              <a:rPr lang="en-US" altLang="et-EE" smtClean="0"/>
              <a:pPr>
                <a:defRPr/>
              </a:pPr>
              <a:t>3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118321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Erinevused</a:t>
            </a:r>
            <a:r>
              <a:rPr lang="en-US"/>
              <a:t> </a:t>
            </a:r>
            <a:r>
              <a:rPr lang="en-US" err="1"/>
              <a:t>eelmise</a:t>
            </a:r>
            <a:r>
              <a:rPr lang="en-US"/>
              <a:t> </a:t>
            </a:r>
            <a:r>
              <a:rPr lang="en-US" err="1"/>
              <a:t>korraga</a:t>
            </a:r>
            <a:r>
              <a:rPr lang="en-US"/>
              <a:t> </a:t>
            </a:r>
            <a:r>
              <a:rPr lang="en-US" err="1"/>
              <a:t>võrreldes</a:t>
            </a:r>
            <a:r>
              <a:rPr lang="en-US"/>
              <a:t>:</a:t>
            </a:r>
          </a:p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LED </a:t>
            </a:r>
            <a:r>
              <a:rPr lang="en-US" err="1"/>
              <a:t>isno</a:t>
            </a:r>
            <a:r>
              <a:rPr lang="en-US"/>
              <a:t> longer behind the 4</a:t>
            </a:r>
            <a:r>
              <a:rPr lang="en-US" baseline="30000"/>
              <a:t>th</a:t>
            </a:r>
            <a:r>
              <a:rPr lang="en-US"/>
              <a:t> op-amp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10C4C-EAC2-4D66-B9F8-E052F2E25BCC}" type="slidenum">
              <a:rPr lang="en-US" altLang="et-EE" smtClean="0"/>
              <a:pPr>
                <a:defRPr/>
              </a:pPr>
              <a:t>4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245047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aslaid ar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0" y="1965075"/>
            <a:ext cx="12192000" cy="4892925"/>
            <a:chOff x="-1" y="1965075"/>
            <a:chExt cx="12192000" cy="4892925"/>
          </a:xfrm>
        </p:grpSpPr>
        <p:sp>
          <p:nvSpPr>
            <p:cNvPr id="10" name="Freeform 9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3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" name="Picture 3" descr="C:\Users\ipihu\Desktop\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966097"/>
            <a:ext cx="24495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942276" y="4472120"/>
            <a:ext cx="8892396" cy="85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/>
              <a:t>Presentatsiooni Pealkiri</a:t>
            </a:r>
            <a:endParaRPr lang="et-EE" sz="3600">
              <a:solidFill>
                <a:schemeClr val="accent1"/>
              </a:solidFill>
            </a:endParaRP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964578" y="5791200"/>
            <a:ext cx="4738535" cy="7827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Nimi </a:t>
            </a:r>
            <a:r>
              <a:rPr lang="et-EE" sz="1800" err="1"/>
              <a:t>Nimeste</a:t>
            </a:r>
            <a:br>
              <a:rPr lang="et-EE" sz="1800"/>
            </a:br>
            <a:r>
              <a:rPr lang="et-EE" sz="1800"/>
              <a:t>Teaduskond / instituut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/>
              <a:t>Tallinna</a:t>
            </a:r>
            <a:r>
              <a:rPr lang="en-US" sz="1800"/>
              <a:t> </a:t>
            </a:r>
            <a:r>
              <a:rPr lang="en-US" sz="1800" err="1"/>
              <a:t>Tehnikaülikool</a:t>
            </a:r>
            <a:endParaRPr lang="et-EE" sz="180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42276" y="4961733"/>
            <a:ext cx="8892396" cy="4814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>
                <a:solidFill>
                  <a:schemeClr val="accent1"/>
                </a:solidFill>
              </a:rPr>
              <a:t>vajadusel kahel real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623AA-F127-438E-83EA-5A4B108798A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75767" y="6208816"/>
            <a:ext cx="1916097" cy="365125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037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494517" cy="8108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6"/>
            <a:ext cx="8802242" cy="4140200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lang="en-US" altLang="en-US" sz="1800" smtClean="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>
              <a:buClr>
                <a:srgbClr val="E4067E"/>
              </a:buClr>
            </a:pPr>
            <a:r>
              <a:rPr lang="en-US" altLang="en-US" sz="1800">
                <a:solidFill>
                  <a:srgbClr val="332B60"/>
                </a:solidFill>
                <a:latin typeface="+mn-lt"/>
              </a:rPr>
              <a:t>Vivamus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lacus.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Ut</a:t>
            </a:r>
            <a:r>
              <a:rPr lang="en-US" altLang="en-US" sz="1800">
                <a:solidFill>
                  <a:srgbClr val="332B60"/>
                </a:solidFill>
              </a:rPr>
              <a:t> vitae </a:t>
            </a:r>
            <a:r>
              <a:rPr lang="en-US" altLang="en-US" sz="1800" err="1">
                <a:solidFill>
                  <a:srgbClr val="332B60"/>
                </a:solidFill>
              </a:rPr>
              <a:t>nunc</a:t>
            </a:r>
            <a:r>
              <a:rPr lang="en-US" altLang="en-US" sz="1800">
                <a:solidFill>
                  <a:srgbClr val="332B60"/>
                </a:solidFill>
              </a:rPr>
              <a:t> non </a:t>
            </a:r>
            <a:r>
              <a:rPr lang="en-US" altLang="en-US" sz="1800" err="1">
                <a:solidFill>
                  <a:srgbClr val="332B60"/>
                </a:solidFill>
              </a:rPr>
              <a:t>pede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tristique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sagittis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  <a:r>
              <a:rPr lang="en-US" altLang="en-US" sz="1800" err="1">
                <a:solidFill>
                  <a:srgbClr val="332B60"/>
                </a:solidFill>
              </a:rPr>
              <a:t>Aliquam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imperdiet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elit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vel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justo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Quisque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porttitor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imperiandiet</a:t>
            </a:r>
            <a:r>
              <a:rPr lang="en-US" altLang="en-US" sz="180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  <a:endParaRPr lang="en-US" altLang="en-US">
              <a:solidFill>
                <a:srgbClr val="332B60"/>
              </a:solidFill>
            </a:endParaRPr>
          </a:p>
          <a:p>
            <a:pPr>
              <a:buClr>
                <a:srgbClr val="E4067E"/>
              </a:buClr>
            </a:pPr>
            <a:r>
              <a:rPr lang="et-EE" altLang="en-US" sz="1800">
                <a:solidFill>
                  <a:srgbClr val="332B60"/>
                </a:solidFill>
                <a:latin typeface="+mn-lt"/>
              </a:rPr>
              <a:t>B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ibendum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rutrum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turpis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Sed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velit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Sed</a:t>
            </a:r>
            <a:r>
              <a:rPr lang="en-US" altLang="en-US" sz="1800">
                <a:solidFill>
                  <a:srgbClr val="332B60"/>
                </a:solidFill>
              </a:rPr>
              <a:t> semper </a:t>
            </a:r>
            <a:r>
              <a:rPr lang="en-US" altLang="en-US" sz="1800" err="1">
                <a:solidFill>
                  <a:srgbClr val="332B60"/>
                </a:solidFill>
              </a:rPr>
              <a:t>augue</a:t>
            </a:r>
            <a:r>
              <a:rPr lang="en-US" altLang="en-US" sz="1800">
                <a:solidFill>
                  <a:srgbClr val="332B60"/>
                </a:solidFill>
              </a:rPr>
              <a:t>.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/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/>
          </a:p>
          <a:p>
            <a:pPr lvl="2"/>
            <a:endParaRPr lang="et-EE"/>
          </a:p>
          <a:p>
            <a:pPr lvl="0"/>
            <a:endParaRPr lang="et-E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B6D22-8E33-087D-58B0-A64C96D7A3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76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pos="13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494517" cy="8027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2183498" y="3244275"/>
            <a:ext cx="8790444" cy="253088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2171700" y="2144993"/>
            <a:ext cx="8790444" cy="901807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371600" indent="0">
              <a:buFont typeface="Verdana" panose="020B0604030504040204" pitchFamily="34" charset="0"/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2171700" y="1628776"/>
            <a:ext cx="8790444" cy="41366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A13D0F-1F42-8B6D-EC1F-C4A1E32283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42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656887" cy="81088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171700" y="1628776"/>
            <a:ext cx="8964612" cy="388032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196270"/>
            <a:ext cx="8964613" cy="3572706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06DD6B-0F39-C71F-7DB3-8CBDB9E28D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592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02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549275"/>
            <a:ext cx="6109380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/>
              <a:t>Redigeeri juhtslaidi tekstilaade</a:t>
            </a:r>
          </a:p>
          <a:p>
            <a:pPr lvl="1"/>
            <a:r>
              <a:rPr lang="et-EE"/>
              <a:t>Redigeeri teksti</a:t>
            </a:r>
          </a:p>
          <a:p>
            <a:pPr lvl="2"/>
            <a:r>
              <a:rPr lang="et-EE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48F67-02B0-1853-BFBA-6A38AD98A6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222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6044006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200" b="1" i="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/>
              <a:t>Redigeeri juhtslaidi tekstilaade</a:t>
            </a:r>
          </a:p>
          <a:p>
            <a:pPr lvl="1"/>
            <a:r>
              <a:rPr lang="et-EE"/>
              <a:t>Redigeeri teksti</a:t>
            </a:r>
          </a:p>
          <a:p>
            <a:pPr lvl="2"/>
            <a:r>
              <a:rPr lang="et-EE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454FD-FFC8-BAFE-0D09-F2FE3384C9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01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afik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171700" y="5204389"/>
            <a:ext cx="4351731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8471"/>
            <a:ext cx="10656888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888164" y="5204389"/>
            <a:ext cx="4248542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2"/>
          </p:nvPr>
        </p:nvSpPr>
        <p:spPr>
          <a:xfrm>
            <a:off x="2171701" y="1628776"/>
            <a:ext cx="4351338" cy="333633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23" hasCustomPrompt="1"/>
          </p:nvPr>
        </p:nvSpPr>
        <p:spPr>
          <a:xfrm>
            <a:off x="6888163" y="1628775"/>
            <a:ext cx="4248150" cy="33363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/>
              <a:t>Diagrammi lisamiseks klõpsake ikooni</a:t>
            </a:r>
            <a:endParaRPr lang="en-US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FEC8B-D324-638C-031D-EFEBA633AE6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55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 pil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2171700" y="549276"/>
            <a:ext cx="5109317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7511753" y="3459344"/>
            <a:ext cx="3624561" cy="23096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20"/>
          </p:nvPr>
        </p:nvSpPr>
        <p:spPr>
          <a:xfrm>
            <a:off x="7511753" y="549275"/>
            <a:ext cx="3624561" cy="27095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83798-AFD0-2530-847F-148AAAF1033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78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1545"/>
            <a:ext cx="10656888" cy="83666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 b="1" i="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23"/>
          </p:nvPr>
        </p:nvSpPr>
        <p:spPr>
          <a:xfrm>
            <a:off x="2171700" y="1628776"/>
            <a:ext cx="8964613" cy="4140200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chemeClr val="bg1"/>
                </a:solidFill>
                <a:latin typeface="Verdana" charset="0"/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A3FD1-25CC-CD30-46D7-FEE38C2478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66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656886" cy="84441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5"/>
            <a:ext cx="8964612" cy="627315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491176"/>
            <a:ext cx="8964611" cy="32778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42B157-9E90-41FB-413C-6E93B45774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2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he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>
            <a:off x="-1" y="1965075"/>
            <a:ext cx="12192000" cy="4892925"/>
            <a:chOff x="-1" y="1965075"/>
            <a:chExt cx="12192000" cy="4892925"/>
          </a:xfrm>
        </p:grpSpPr>
        <p:sp>
          <p:nvSpPr>
            <p:cNvPr id="7" name="Freeform 6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8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996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chemeClr val="accent3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t-EE" altLang="en-US" sz="2900" err="1">
                <a:solidFill>
                  <a:schemeClr val="tx2"/>
                </a:solidFill>
              </a:rPr>
              <a:t>VaheSLAIDI</a:t>
            </a:r>
            <a:r>
              <a:rPr lang="et-EE" altLang="en-US" sz="2900">
                <a:solidFill>
                  <a:schemeClr val="tx2"/>
                </a:solidFill>
              </a:rPr>
              <a:t> pealkiri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>
                <a:solidFill>
                  <a:schemeClr val="accent1"/>
                </a:solidFill>
              </a:rPr>
              <a:t>Vajadusel ka KAHEL või kolmel REAL</a:t>
            </a:r>
            <a:endParaRPr lang="en-US" altLang="en-US" sz="29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83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imane 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-1" y="3312687"/>
            <a:ext cx="12192000" cy="3545313"/>
          </a:xfrm>
          <a:custGeom>
            <a:avLst/>
            <a:gdLst>
              <a:gd name="connsiteX0" fmla="*/ 986101 w 12192000"/>
              <a:gd name="connsiteY0" fmla="*/ 0 h 3545313"/>
              <a:gd name="connsiteX1" fmla="*/ 12192000 w 12192000"/>
              <a:gd name="connsiteY1" fmla="*/ 0 h 3545313"/>
              <a:gd name="connsiteX2" fmla="*/ 12192000 w 12192000"/>
              <a:gd name="connsiteY2" fmla="*/ 510802 h 3545313"/>
              <a:gd name="connsiteX3" fmla="*/ 12192000 w 12192000"/>
              <a:gd name="connsiteY3" fmla="*/ 1543258 h 3545313"/>
              <a:gd name="connsiteX4" fmla="*/ 12192000 w 12192000"/>
              <a:gd name="connsiteY4" fmla="*/ 3545313 h 3545313"/>
              <a:gd name="connsiteX5" fmla="*/ 986101 w 12192000"/>
              <a:gd name="connsiteY5" fmla="*/ 3545313 h 3545313"/>
              <a:gd name="connsiteX6" fmla="*/ 475299 w 12192000"/>
              <a:gd name="connsiteY6" fmla="*/ 3545313 h 3545313"/>
              <a:gd name="connsiteX7" fmla="*/ 0 w 12192000"/>
              <a:gd name="connsiteY7" fmla="*/ 3545313 h 3545313"/>
              <a:gd name="connsiteX8" fmla="*/ 0 w 12192000"/>
              <a:gd name="connsiteY8" fmla="*/ 1543258 h 3545313"/>
              <a:gd name="connsiteX9" fmla="*/ 475299 w 12192000"/>
              <a:gd name="connsiteY9" fmla="*/ 1543258 h 3545313"/>
              <a:gd name="connsiteX10" fmla="*/ 475299 w 12192000"/>
              <a:gd name="connsiteY10" fmla="*/ 510802 h 3545313"/>
              <a:gd name="connsiteX11" fmla="*/ 986101 w 12192000"/>
              <a:gd name="connsiteY11" fmla="*/ 510802 h 354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545313">
                <a:moveTo>
                  <a:pt x="986101" y="0"/>
                </a:moveTo>
                <a:lnTo>
                  <a:pt x="12192000" y="0"/>
                </a:lnTo>
                <a:lnTo>
                  <a:pt x="12192000" y="510802"/>
                </a:lnTo>
                <a:lnTo>
                  <a:pt x="12192000" y="1543258"/>
                </a:lnTo>
                <a:lnTo>
                  <a:pt x="12192000" y="3545313"/>
                </a:lnTo>
                <a:lnTo>
                  <a:pt x="986101" y="3545313"/>
                </a:lnTo>
                <a:lnTo>
                  <a:pt x="475299" y="3545313"/>
                </a:lnTo>
                <a:lnTo>
                  <a:pt x="0" y="3545313"/>
                </a:lnTo>
                <a:lnTo>
                  <a:pt x="0" y="1543258"/>
                </a:lnTo>
                <a:lnTo>
                  <a:pt x="475299" y="1543258"/>
                </a:lnTo>
                <a:lnTo>
                  <a:pt x="475299" y="510802"/>
                </a:lnTo>
                <a:lnTo>
                  <a:pt x="986101" y="5108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3884" y="1958640"/>
            <a:ext cx="2447645" cy="1370681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63897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rgbClr val="332B60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n-US" altLang="en-US"/>
              <a:t>TALLINN</a:t>
            </a:r>
            <a:r>
              <a:rPr lang="et-EE" altLang="en-US"/>
              <a:t>A</a:t>
            </a:r>
            <a:r>
              <a:rPr lang="en-US" altLang="en-US"/>
              <a:t> </a:t>
            </a:r>
            <a:r>
              <a:rPr lang="et-EE" altLang="en-US"/>
              <a:t>TEHNIKAÜLIKOOL</a:t>
            </a:r>
            <a:endParaRPr lang="en-US" altLang="en-US"/>
          </a:p>
          <a:p>
            <a:r>
              <a:rPr lang="en-US" altLang="en-US" sz="1700" b="0" cap="none" err="1">
                <a:solidFill>
                  <a:schemeClr val="accent2"/>
                </a:solidFill>
              </a:rPr>
              <a:t>Ehitajate</a:t>
            </a:r>
            <a:r>
              <a:rPr lang="en-US" altLang="en-US" sz="1700" b="0" cap="none">
                <a:solidFill>
                  <a:schemeClr val="accent2"/>
                </a:solidFill>
              </a:rPr>
              <a:t> </a:t>
            </a:r>
            <a:r>
              <a:rPr lang="et-EE" altLang="en-US" sz="1700" b="0" cap="none">
                <a:solidFill>
                  <a:schemeClr val="accent2"/>
                </a:solidFill>
              </a:rPr>
              <a:t>tee</a:t>
            </a:r>
            <a:r>
              <a:rPr lang="en-US" altLang="en-US" sz="1700" b="0" cap="none">
                <a:solidFill>
                  <a:schemeClr val="accent2"/>
                </a:solidFill>
              </a:rPr>
              <a:t> 5, 19086 Tallinn</a:t>
            </a:r>
            <a:r>
              <a:rPr lang="et-EE" altLang="en-US" sz="1700" b="0" cap="none">
                <a:solidFill>
                  <a:schemeClr val="accent2"/>
                </a:solidFill>
              </a:rPr>
              <a:t>, </a:t>
            </a:r>
          </a:p>
          <a:p>
            <a:r>
              <a:rPr lang="et-EE" altLang="en-US" sz="1700" b="0" cap="none">
                <a:solidFill>
                  <a:schemeClr val="accent2"/>
                </a:solidFill>
              </a:rPr>
              <a:t>Tel </a:t>
            </a:r>
            <a:r>
              <a:rPr lang="en-US" altLang="en-US" sz="1700" b="0" cap="none">
                <a:solidFill>
                  <a:schemeClr val="accent2"/>
                </a:solidFill>
              </a:rPr>
              <a:t>620 2002 (</a:t>
            </a:r>
            <a:r>
              <a:rPr lang="et-EE" altLang="en-US" sz="1700" b="0" cap="none">
                <a:solidFill>
                  <a:schemeClr val="accent2"/>
                </a:solidFill>
              </a:rPr>
              <a:t>E-R</a:t>
            </a:r>
            <a:r>
              <a:rPr lang="en-US" altLang="en-US" sz="1700" b="0" cap="none">
                <a:solidFill>
                  <a:schemeClr val="accent2"/>
                </a:solidFill>
              </a:rPr>
              <a:t> 8.30–</a:t>
            </a:r>
            <a:r>
              <a:rPr lang="et-EE" altLang="en-US" sz="1700" b="0" cap="none">
                <a:solidFill>
                  <a:schemeClr val="accent2"/>
                </a:solidFill>
              </a:rPr>
              <a:t>17</a:t>
            </a:r>
            <a:r>
              <a:rPr lang="en-US" altLang="en-US" sz="1700" b="0" cap="none">
                <a:solidFill>
                  <a:schemeClr val="accent2"/>
                </a:solidFill>
              </a:rPr>
              <a:t>.00</a:t>
            </a:r>
            <a:r>
              <a:rPr lang="et-EE" altLang="en-US" sz="1700" b="0" cap="none">
                <a:solidFill>
                  <a:schemeClr val="accent2"/>
                </a:solidFill>
              </a:rPr>
              <a:t>)</a:t>
            </a:r>
            <a:endParaRPr lang="en-US" altLang="en-US" sz="1700" cap="none">
              <a:solidFill>
                <a:schemeClr val="accent2"/>
              </a:solidFill>
            </a:endParaRPr>
          </a:p>
          <a:p>
            <a:r>
              <a:rPr lang="en-US" altLang="en-US" sz="1700" cap="none">
                <a:solidFill>
                  <a:schemeClr val="accent2"/>
                </a:solidFill>
                <a:latin typeface="Verdana" panose="020B0604030504040204" pitchFamily="34" charset="0"/>
              </a:rPr>
              <a:t>t</a:t>
            </a:r>
            <a:r>
              <a:rPr lang="et-EE" altLang="en-US" sz="1700" cap="none" err="1">
                <a:solidFill>
                  <a:schemeClr val="accent2"/>
                </a:solidFill>
                <a:latin typeface="Verdana" panose="020B0604030504040204" pitchFamily="34" charset="0"/>
              </a:rPr>
              <a:t>altech</a:t>
            </a:r>
            <a:r>
              <a:rPr lang="en-US" altLang="en-US" sz="1700" cap="none">
                <a:solidFill>
                  <a:schemeClr val="accent2"/>
                </a:solidFill>
                <a:latin typeface="Verdana" panose="020B0604030504040204" pitchFamily="34" charset="0"/>
              </a:rPr>
              <a:t>.</a:t>
            </a:r>
            <a:r>
              <a:rPr lang="en-US" altLang="en-US" sz="1700" cap="none" err="1">
                <a:solidFill>
                  <a:schemeClr val="accent2"/>
                </a:solidFill>
                <a:latin typeface="Verdana" panose="020B0604030504040204" pitchFamily="34" charset="0"/>
              </a:rPr>
              <a:t>ee</a:t>
            </a:r>
            <a:endParaRPr lang="en-US" altLang="en-US" sz="1700" cap="none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13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lt 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5" t="19052" r="15651" b="26172"/>
          <a:stretch/>
        </p:blipFill>
        <p:spPr>
          <a:xfrm>
            <a:off x="462334" y="5732251"/>
            <a:ext cx="1085205" cy="6480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5E0AB993-4BFC-4F9E-97E1-F2FF3173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</a:t>
            </a:r>
            <a:br>
              <a:rPr lang="et-EE"/>
            </a:br>
            <a:r>
              <a:rPr lang="en-US"/>
              <a:t>TITLE STYLE</a:t>
            </a:r>
            <a:endParaRPr lang="et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43F4D-4C1B-412C-914B-5B86DDA7F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291"/>
            <a:ext cx="10515600" cy="410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E4067E"/>
              </a:buClr>
            </a:pP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Vivamus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lacus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Ut</a:t>
            </a:r>
            <a:r>
              <a:rPr lang="en-US" altLang="en-US" sz="1800">
                <a:solidFill>
                  <a:srgbClr val="332B60"/>
                </a:solidFill>
              </a:rPr>
              <a:t> vitae </a:t>
            </a:r>
            <a:r>
              <a:rPr lang="en-US" altLang="en-US" sz="1800" err="1">
                <a:solidFill>
                  <a:srgbClr val="332B60"/>
                </a:solidFill>
              </a:rPr>
              <a:t>nunc</a:t>
            </a:r>
            <a:r>
              <a:rPr lang="en-US" altLang="en-US" sz="1800">
                <a:solidFill>
                  <a:srgbClr val="332B60"/>
                </a:solidFill>
              </a:rPr>
              <a:t> non </a:t>
            </a:r>
            <a:r>
              <a:rPr lang="en-US" altLang="en-US" sz="1800" err="1">
                <a:solidFill>
                  <a:srgbClr val="332B60"/>
                </a:solidFill>
              </a:rPr>
              <a:t>pede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tristique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sagittis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  <a:r>
              <a:rPr lang="en-US" altLang="en-US" sz="1800" err="1">
                <a:solidFill>
                  <a:srgbClr val="332B60"/>
                </a:solidFill>
              </a:rPr>
              <a:t>Aliquam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imperdiet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elit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vel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justo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Quisque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porttitor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imperiandiet</a:t>
            </a:r>
            <a:r>
              <a:rPr lang="en-US" altLang="en-US" sz="180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826D-25D0-6D00-6235-90DA434EF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9" r:id="rId11"/>
    <p:sldLayoutId id="2147483920" r:id="rId12"/>
  </p:sldLayoutIdLst>
  <p:hf hdr="0" ft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200" b="1" kern="1200">
          <a:solidFill>
            <a:schemeClr val="tx2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34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1368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FveSYJQ6pnc?feature=oembed" TargetMode="Externa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624892" y="3854795"/>
            <a:ext cx="11421966" cy="154505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t-EE">
                <a:latin typeface="Verdana"/>
                <a:ea typeface="Verdana"/>
              </a:rPr>
              <a:t>G11</a:t>
            </a:r>
          </a:p>
          <a:p>
            <a:r>
              <a:rPr lang="et-EE">
                <a:solidFill>
                  <a:schemeClr val="accent1"/>
                </a:solidFill>
                <a:latin typeface="Verdana"/>
                <a:ea typeface="Verdana"/>
              </a:rPr>
              <a:t>Valgustugevuse mõõtmine fotodioodiga / Arduino Nano digisisendi laiendamine </a:t>
            </a:r>
            <a:endParaRPr lang="et-EE">
              <a:solidFill>
                <a:schemeClr val="accent1"/>
              </a:solidFill>
              <a:ea typeface="Verdana"/>
            </a:endParaRPr>
          </a:p>
        </p:txBody>
      </p:sp>
      <p:sp>
        <p:nvSpPr>
          <p:cNvPr id="14" name="Teksti kohatäide 5"/>
          <p:cNvSpPr>
            <a:spLocks noGrp="1"/>
          </p:cNvSpPr>
          <p:nvPr>
            <p:ph type="body" sz="quarter" idx="13"/>
          </p:nvPr>
        </p:nvSpPr>
        <p:spPr>
          <a:xfrm>
            <a:off x="958720" y="5399847"/>
            <a:ext cx="4335175" cy="117409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Juhendaja: Kaiser Pärnamets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Uko Poschlin, Karl Romet de la Torre</a:t>
            </a:r>
            <a:br>
              <a:rPr lang="et-EE" sz="1800">
                <a:solidFill>
                  <a:srgbClr val="332B60"/>
                </a:solidFill>
              </a:rPr>
            </a:br>
            <a:endParaRPr lang="en-US" sz="1800">
              <a:solidFill>
                <a:srgbClr val="332B6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>
                <a:solidFill>
                  <a:srgbClr val="332B60"/>
                </a:solidFill>
              </a:rPr>
              <a:t>Tallinna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 err="1">
                <a:solidFill>
                  <a:srgbClr val="332B60"/>
                </a:solidFill>
              </a:rPr>
              <a:t>Tehnikaülikool</a:t>
            </a:r>
            <a:endParaRPr lang="et-EE" sz="1800">
              <a:solidFill>
                <a:srgbClr val="332B60"/>
              </a:solidFill>
            </a:endParaRPr>
          </a:p>
        </p:txBody>
      </p:sp>
      <p:sp>
        <p:nvSpPr>
          <p:cNvPr id="2" name="Teksti kohatäide 5">
            <a:extLst>
              <a:ext uri="{FF2B5EF4-FFF2-40B4-BE49-F238E27FC236}">
                <a16:creationId xmlns:a16="http://schemas.microsoft.com/office/drawing/2014/main" id="{08518355-602D-0555-8A92-91AF8516EEC1}"/>
              </a:ext>
            </a:extLst>
          </p:cNvPr>
          <p:cNvSpPr txBox="1">
            <a:spLocks/>
          </p:cNvSpPr>
          <p:nvPr/>
        </p:nvSpPr>
        <p:spPr>
          <a:xfrm>
            <a:off x="5647289" y="5399847"/>
            <a:ext cx="4335175" cy="1174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kern="1200" baseline="0">
                <a:solidFill>
                  <a:srgbClr val="332B60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>
                <a:latin typeface="Verdana"/>
                <a:ea typeface="Verdana"/>
              </a:rPr>
              <a:t>Juhendaja: Andres Eek </a:t>
            </a: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Jüri Kajava, Jarek Rootsma</a:t>
            </a:r>
            <a:br>
              <a:rPr lang="et-EE" sz="1800"/>
            </a:br>
            <a:endParaRPr lang="et-EE" sz="1800"/>
          </a:p>
        </p:txBody>
      </p:sp>
    </p:spTree>
    <p:extLst>
      <p:ext uri="{BB962C8B-B14F-4D97-AF65-F5344CB8AC3E}">
        <p14:creationId xmlns:p14="http://schemas.microsoft.com/office/powerpoint/2010/main" val="1599053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>
                <a:solidFill>
                  <a:srgbClr val="332B60"/>
                </a:solidFill>
              </a:rPr>
              <a:t>Projekt </a:t>
            </a:r>
            <a:r>
              <a:rPr lang="en-US" altLang="en-US">
                <a:solidFill>
                  <a:srgbClr val="332B60"/>
                </a:solidFill>
              </a:rPr>
              <a:t>: </a:t>
            </a:r>
            <a:r>
              <a:rPr lang="et-EE" altLang="en-US">
                <a:solidFill>
                  <a:srgbClr val="332B60"/>
                </a:solidFill>
              </a:rPr>
              <a:t>(analoog)</a:t>
            </a:r>
            <a:br>
              <a:rPr lang="et-EE" altLang="en-US">
                <a:solidFill>
                  <a:srgbClr val="332B60"/>
                </a:solidFill>
              </a:rPr>
            </a:br>
            <a:r>
              <a:rPr lang="et-EE"/>
              <a:t>Valgustugevuse mõõtmine fotodioodiga</a:t>
            </a:r>
            <a:endParaRPr lang="en-US" altLang="en-US">
              <a:solidFill>
                <a:srgbClr val="332B60"/>
              </a:solidFill>
            </a:endParaRPr>
          </a:p>
          <a:p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6147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325560" y="1628775"/>
            <a:ext cx="9456739" cy="404050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t-EE" sz="2000"/>
              <a:t>Koostada skeem, mis hindab valgustatust vahemikus 300-500 luksi ja kasutades selleks kolme LED-i: valgustatus on alla 300 luksi, valgustatus on vahemikus 300-500 luksi ja valgustatus on üle 500 luksi. </a:t>
            </a:r>
            <a:endParaRPr lang="et-EE" sz="2000">
              <a:ea typeface="Verdana"/>
            </a:endParaRPr>
          </a:p>
          <a:p>
            <a:pPr lvl="1"/>
            <a:r>
              <a:rPr lang="et-EE" sz="2000"/>
              <a:t>Lahenduses kasutada analoogkomponente (st Arduino Nano jääb valikust välja). </a:t>
            </a:r>
            <a:endParaRPr lang="et-EE" sz="2000">
              <a:ea typeface="Verdana"/>
            </a:endParaRPr>
          </a:p>
          <a:p>
            <a:pPr lvl="2"/>
            <a:r>
              <a:rPr lang="et-EE" sz="2000"/>
              <a:t>valgustatuse mõõtmine, kohvris oleva fotodioodi sobivus selleks </a:t>
            </a:r>
            <a:endParaRPr lang="et-EE" sz="2000">
              <a:ea typeface="Verdana"/>
            </a:endParaRPr>
          </a:p>
          <a:p>
            <a:pPr lvl="2"/>
            <a:r>
              <a:rPr lang="et-EE" sz="2000"/>
              <a:t>muundur: fotodioodi vool -&gt; pinge </a:t>
            </a:r>
            <a:endParaRPr lang="et-EE" sz="2000">
              <a:ea typeface="Verdana"/>
            </a:endParaRPr>
          </a:p>
          <a:p>
            <a:pPr lvl="2"/>
            <a:r>
              <a:rPr lang="et-EE" sz="2000"/>
              <a:t>valgustatuse näidu tasemete määramine </a:t>
            </a:r>
            <a:r>
              <a:rPr lang="en-US" sz="2000"/>
              <a:t>komparaatoriga</a:t>
            </a:r>
            <a:endParaRPr lang="et-EE" sz="2000">
              <a:ea typeface="Verdana"/>
            </a:endParaRPr>
          </a:p>
          <a:p>
            <a:pPr lvl="2"/>
            <a:r>
              <a:rPr lang="et-EE" sz="2000"/>
              <a:t>täpsus võiks jääda +-10% suurusjärku võrreldes valgusmõõtjaga</a:t>
            </a:r>
            <a:endParaRPr lang="et-EE" sz="2000">
              <a:solidFill>
                <a:srgbClr val="332B60"/>
              </a:solidFill>
              <a:ea typeface="Verdan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B846A0-94B2-65B8-3BC2-81B3FF3337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53B91-802E-E35F-DF10-204E587B9F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3</a:t>
            </a:fld>
            <a:endParaRPr lang="en-GB"/>
          </a:p>
        </p:txBody>
      </p:sp>
      <p:pic>
        <p:nvPicPr>
          <p:cNvPr id="7" name="Online Media 6" title="20251016 194224">
            <a:hlinkClick r:id="" action="ppaction://noaction"/>
            <a:extLst>
              <a:ext uri="{FF2B5EF4-FFF2-40B4-BE49-F238E27FC236}">
                <a16:creationId xmlns:a16="http://schemas.microsoft.com/office/drawing/2014/main" id="{5A621058-DF1A-1C67-D24D-69522EEE271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21747" y="724964"/>
            <a:ext cx="9579653" cy="540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E69D-8913-0E31-475B-2BE0AF24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>
            <a:extLst>
              <a:ext uri="{FF2B5EF4-FFF2-40B4-BE49-F238E27FC236}">
                <a16:creationId xmlns:a16="http://schemas.microsoft.com/office/drawing/2014/main" id="{975D7D81-669B-BB2F-A852-325A2152D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>
                <a:solidFill>
                  <a:srgbClr val="332B60"/>
                </a:solidFill>
              </a:rPr>
              <a:t>Projekt</a:t>
            </a:r>
            <a:r>
              <a:rPr lang="en-US" altLang="en-US">
                <a:solidFill>
                  <a:srgbClr val="332B60"/>
                </a:solidFill>
              </a:rPr>
              <a:t> :</a:t>
            </a:r>
            <a:r>
              <a:rPr lang="et-EE" altLang="en-US">
                <a:solidFill>
                  <a:srgbClr val="332B60"/>
                </a:solidFill>
              </a:rPr>
              <a:t> (analoog)</a:t>
            </a:r>
            <a:br>
              <a:rPr lang="et-EE" altLang="en-US">
                <a:solidFill>
                  <a:srgbClr val="332B60"/>
                </a:solidFill>
              </a:rPr>
            </a:br>
            <a:r>
              <a:rPr lang="et-EE"/>
              <a:t>Valgustugevuse mõõtmine fotodioodiga</a:t>
            </a:r>
            <a:endParaRPr lang="en-US" altLang="en-US">
              <a:solidFill>
                <a:srgbClr val="332B60"/>
              </a:solidFill>
            </a:endParaRPr>
          </a:p>
          <a:p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E8C819-A9A9-5EB7-91FB-A9D6A926E7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4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DD761-39F0-3D3A-340B-DBB0CC221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58" y="1213470"/>
            <a:ext cx="11410710" cy="51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81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8E9543-DA1A-7DE3-869F-CA1D3282E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KICAD (SKEEM) : (</a:t>
            </a:r>
            <a:r>
              <a:rPr lang="en-US" err="1">
                <a:latin typeface="Verdana"/>
                <a:ea typeface="Verdana"/>
              </a:rPr>
              <a:t>analoog</a:t>
            </a:r>
            <a:r>
              <a:rPr lang="en-US">
                <a:latin typeface="Verdana"/>
                <a:ea typeface="Verdana"/>
              </a:rPr>
              <a:t>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ADE75-9E7A-8A0F-F3BE-F6796772A59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FA150F8B-7C59-15FF-9B69-E0AA19B85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46" y="866896"/>
            <a:ext cx="8801462" cy="567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25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3" t="21504" r="-15205" b="21504"/>
          <a:stretch/>
        </p:blipFill>
        <p:spPr>
          <a:xfrm>
            <a:off x="0" y="-31030"/>
            <a:ext cx="12192000" cy="688903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128412" y="-30480"/>
            <a:ext cx="7063588" cy="6888480"/>
            <a:chOff x="4923693" y="-30480"/>
            <a:chExt cx="7063588" cy="6888480"/>
          </a:xfrm>
        </p:grpSpPr>
        <p:sp>
          <p:nvSpPr>
            <p:cNvPr id="9" name="Rectangle 8"/>
            <p:cNvSpPr/>
            <p:nvPr/>
          </p:nvSpPr>
          <p:spPr>
            <a:xfrm>
              <a:off x="4923693" y="-30480"/>
              <a:ext cx="7063588" cy="31253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874058" y="2991173"/>
              <a:ext cx="6113223" cy="38668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6552253" y="2794909"/>
            <a:ext cx="4921612" cy="348829"/>
          </a:xfrm>
        </p:spPr>
        <p:txBody>
          <a:bodyPr vert="horz" lIns="0" tIns="0" rIns="0" bIns="0" rtlCol="0" anchor="t">
            <a:noAutofit/>
          </a:bodyPr>
          <a:lstStyle/>
          <a:p>
            <a:endParaRPr lang="et-EE" altLang="en-US" sz="2900">
              <a:solidFill>
                <a:schemeClr val="tx2"/>
              </a:solidFill>
              <a:ea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 err="1">
                <a:solidFill>
                  <a:schemeClr val="accent1"/>
                </a:solidFill>
                <a:latin typeface="+mn-lt"/>
                <a:ea typeface="Verdana"/>
              </a:rPr>
              <a:t>Arduino</a:t>
            </a:r>
            <a:r>
              <a:rPr lang="et-EE" altLang="en-US" sz="2900">
                <a:solidFill>
                  <a:schemeClr val="accent1"/>
                </a:solidFill>
                <a:latin typeface="+mn-lt"/>
                <a:ea typeface="Verdana"/>
              </a:rPr>
              <a:t> Digisisendi laiend</a:t>
            </a:r>
          </a:p>
        </p:txBody>
      </p:sp>
    </p:spTree>
    <p:extLst>
      <p:ext uri="{BB962C8B-B14F-4D97-AF65-F5344CB8AC3E}">
        <p14:creationId xmlns:p14="http://schemas.microsoft.com/office/powerpoint/2010/main" val="395204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586591-E9BB-D21A-B55C-E422516F31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11234257" cy="75522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Projekt (</a:t>
            </a:r>
            <a:r>
              <a:rPr lang="en-US" err="1">
                <a:latin typeface="Verdana"/>
                <a:ea typeface="Verdana"/>
              </a:rPr>
              <a:t>digitaal</a:t>
            </a:r>
            <a:r>
              <a:rPr lang="en-US">
                <a:latin typeface="Verdana"/>
                <a:ea typeface="Verdana"/>
              </a:rPr>
              <a:t>): Arduino nano </a:t>
            </a:r>
            <a:r>
              <a:rPr lang="en-US" err="1">
                <a:latin typeface="Verdana"/>
                <a:ea typeface="Verdana"/>
              </a:rPr>
              <a:t>digisisendi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laiendamine</a:t>
            </a:r>
            <a:endParaRPr lang="en-US">
              <a:latin typeface="Verdana"/>
              <a:ea typeface="Verdan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5BCDD-396F-B4CF-F5E8-59CF269EE5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8777" y="1306393"/>
            <a:ext cx="3374809" cy="417927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2 </a:t>
            </a:r>
            <a:r>
              <a:rPr lang="en-US" err="1">
                <a:latin typeface="Verdana"/>
                <a:ea typeface="Verdana"/>
              </a:rPr>
              <a:t>digitaalset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sisendit</a:t>
            </a:r>
            <a:endParaRPr lang="en-US">
              <a:latin typeface="Verdana"/>
              <a:ea typeface="Verdana"/>
            </a:endParaRPr>
          </a:p>
          <a:p>
            <a:pPr lvl="1" fontAlgn="auto">
              <a:buFont typeface="Courier New" panose="05000000000000000000" pitchFamily="2" charset="2"/>
              <a:buChar char="o"/>
            </a:pPr>
            <a:r>
              <a:rPr lang="en-US" err="1">
                <a:latin typeface="Verdana"/>
                <a:ea typeface="Verdana"/>
              </a:rPr>
              <a:t>Üks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inverteeritud</a:t>
            </a:r>
            <a:endParaRPr lang="en-US">
              <a:latin typeface="Verdana"/>
              <a:ea typeface="Verdana"/>
            </a:endParaRPr>
          </a:p>
          <a:p>
            <a:pPr fontAlgn="base"/>
            <a:r>
              <a:rPr lang="en-US" err="1">
                <a:latin typeface="Verdana"/>
                <a:ea typeface="Verdana"/>
              </a:rPr>
              <a:t>Signaalid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ei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tohiks</a:t>
            </a:r>
            <a:r>
              <a:rPr lang="en-US">
                <a:latin typeface="Verdana"/>
                <a:ea typeface="Verdana"/>
              </a:rPr>
              <a:t> </a:t>
            </a:r>
            <a:r>
              <a:rPr lang="en-US" err="1">
                <a:latin typeface="Verdana"/>
                <a:ea typeface="Verdana"/>
              </a:rPr>
              <a:t>häirida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üksteist</a:t>
            </a:r>
          </a:p>
          <a:p>
            <a:r>
              <a:rPr lang="en-US" err="1">
                <a:latin typeface="Verdana"/>
                <a:ea typeface="Verdana"/>
              </a:rPr>
              <a:t>Arduinoga</a:t>
            </a:r>
            <a:r>
              <a:rPr lang="en-US">
                <a:latin typeface="Verdana"/>
                <a:ea typeface="Verdana"/>
              </a:rPr>
              <a:t> </a:t>
            </a:r>
            <a:r>
              <a:rPr lang="en-US" err="1">
                <a:latin typeface="Verdana"/>
                <a:ea typeface="Verdana"/>
              </a:rPr>
              <a:t>skeem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lahenduse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kontrollimiseks</a:t>
            </a:r>
          </a:p>
          <a:p>
            <a:endParaRPr lang="en-US">
              <a:latin typeface="Verdana"/>
              <a:ea typeface="Verdan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2CB232-43CF-B6C4-D78F-89F2274EA3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6C38FC0-76FB-4E3B-924A-FDC0E7A86C3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568" r="568"/>
          <a:stretch>
            <a:fillRect/>
          </a:stretch>
        </p:blipFill>
        <p:spPr>
          <a:xfrm>
            <a:off x="3654547" y="930276"/>
            <a:ext cx="8540404" cy="53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52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FEF944-FCFA-3AFD-B51C-E42E9B05FF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Kicad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skeem</a:t>
            </a:r>
            <a:r>
              <a:rPr lang="en-US" dirty="0">
                <a:latin typeface="Verdana"/>
                <a:ea typeface="Verdana"/>
              </a:rPr>
              <a:t> - </a:t>
            </a:r>
            <a:r>
              <a:rPr lang="en-US" dirty="0" err="1">
                <a:latin typeface="Verdana"/>
                <a:ea typeface="Verdana"/>
              </a:rPr>
              <a:t>digitaal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B2249-BFCA-E989-C700-EEF6AF6314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BD3D0E17-906D-B220-7825-7926D9AAD28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2559" b="7874"/>
          <a:stretch>
            <a:fillRect/>
          </a:stretch>
        </p:blipFill>
        <p:spPr>
          <a:xfrm>
            <a:off x="478368" y="958020"/>
            <a:ext cx="11409363" cy="481443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3A8C8-4892-DE28-6C93-A4C786B84D9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6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5774B-C6CA-B12E-38F7-7A7F4AA505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Võrdluseks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TTl</a:t>
            </a:r>
            <a:r>
              <a:rPr lang="en-US" dirty="0">
                <a:latin typeface="Verdana"/>
                <a:ea typeface="Verdana"/>
              </a:rPr>
              <a:t> vs </a:t>
            </a:r>
            <a:r>
              <a:rPr lang="en-US" dirty="0" err="1">
                <a:latin typeface="Verdana"/>
                <a:ea typeface="Verdana"/>
              </a:rPr>
              <a:t>Rtl</a:t>
            </a:r>
            <a:endParaRPr lang="en-US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3DA91-ED12-9CFB-56A6-B3B4D427BE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9</a:t>
            </a:fld>
            <a:endParaRPr lang="en-GB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0956A89-AD19-59B4-A2C4-223210BFD3A2}"/>
              </a:ext>
            </a:extLst>
          </p:cNvPr>
          <p:cNvSpPr txBox="1">
            <a:spLocks/>
          </p:cNvSpPr>
          <p:nvPr/>
        </p:nvSpPr>
        <p:spPr>
          <a:xfrm>
            <a:off x="178777" y="1355239"/>
            <a:ext cx="2857040" cy="419881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332B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Verdana"/>
                <a:ea typeface="Verdana"/>
              </a:rPr>
              <a:t>Märkavalt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parem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kasvu</a:t>
            </a:r>
            <a:r>
              <a:rPr lang="en-US" dirty="0">
                <a:latin typeface="Verdana"/>
                <a:ea typeface="Verdana"/>
              </a:rPr>
              <a:t>- ja </a:t>
            </a:r>
            <a:r>
              <a:rPr lang="en-US" dirty="0" err="1">
                <a:latin typeface="Verdana"/>
                <a:ea typeface="Verdana"/>
              </a:rPr>
              <a:t>languskiirus</a:t>
            </a:r>
          </a:p>
          <a:p>
            <a:endParaRPr lang="en-US" dirty="0">
              <a:latin typeface="Verdana"/>
              <a:ea typeface="Verdana"/>
            </a:endParaRPr>
          </a:p>
          <a:p>
            <a:endParaRPr lang="en-US" dirty="0">
              <a:latin typeface="Verdana"/>
              <a:ea typeface="Verdana"/>
            </a:endParaRPr>
          </a:p>
          <a:p>
            <a:endParaRPr lang="en-US">
              <a:latin typeface="Verdana"/>
              <a:ea typeface="Verdana"/>
            </a:endParaRPr>
          </a:p>
        </p:txBody>
      </p:sp>
      <p:pic>
        <p:nvPicPr>
          <p:cNvPr id="13" name="Picture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41BB53-134A-F33E-5921-DD929751C4D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5935" b="5935"/>
          <a:stretch/>
        </p:blipFill>
        <p:spPr>
          <a:xfrm>
            <a:off x="3050930" y="1258423"/>
            <a:ext cx="9140460" cy="364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976869" y="4801074"/>
            <a:ext cx="10159444" cy="163506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solidFill>
                  <a:srgbClr val="262626"/>
                </a:solidFill>
                <a:latin typeface="Verdana"/>
                <a:ea typeface="Verdana"/>
              </a:rPr>
              <a:t>Täname</a:t>
            </a:r>
            <a:r>
              <a:rPr lang="en-US">
                <a:solidFill>
                  <a:srgbClr val="262626"/>
                </a:solidFill>
                <a:latin typeface="Verdana"/>
                <a:ea typeface="Verdana"/>
              </a:rPr>
              <a:t> </a:t>
            </a:r>
            <a:r>
              <a:rPr lang="en-US" err="1">
                <a:solidFill>
                  <a:srgbClr val="262626"/>
                </a:solidFill>
                <a:latin typeface="Verdana"/>
                <a:ea typeface="Verdana"/>
              </a:rPr>
              <a:t>kuulamast</a:t>
            </a:r>
            <a:endParaRPr lang="et-EE" b="0">
              <a:solidFill>
                <a:srgbClr val="000000"/>
              </a:solidFill>
              <a:ea typeface="Verdana"/>
            </a:endParaRPr>
          </a:p>
          <a:p>
            <a:endParaRPr lang="et-EE" altLang="en-US">
              <a:ea typeface="Verdan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555" y="1958640"/>
            <a:ext cx="2447645" cy="1370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C79544-86CA-5877-914E-A09FC0CAC5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Trükkplaat</a:t>
            </a:r>
            <a:endParaRPr lang="en-US" dirty="0" err="1">
              <a:ea typeface="Verdan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DC44B-C01E-DFAD-7966-B38D6A0674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 descr="A green circuit board with yellow dots and black circles">
            <a:extLst>
              <a:ext uri="{FF2B5EF4-FFF2-40B4-BE49-F238E27FC236}">
                <a16:creationId xmlns:a16="http://schemas.microsoft.com/office/drawing/2014/main" id="{70EFB22D-86FA-0BCC-9A3D-29CB02DE1A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6609" t="3881" r="14224" b="9606"/>
          <a:stretch>
            <a:fillRect/>
          </a:stretch>
        </p:blipFill>
        <p:spPr>
          <a:xfrm>
            <a:off x="5043855" y="547472"/>
            <a:ext cx="5762555" cy="60634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83334-F22B-F1AA-9877-869607DD4D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038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C31EB-8CF1-1FB2-F5DC-299C9E46BF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4" descr="A screen shot of a diagram&#10;&#10;AI-generated content may be incorrect.">
            <a:extLst>
              <a:ext uri="{FF2B5EF4-FFF2-40B4-BE49-F238E27FC236}">
                <a16:creationId xmlns:a16="http://schemas.microsoft.com/office/drawing/2014/main" id="{B3E3D8F9-C492-4395-A389-60EC6770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15" t="32917" r="29074" b="27973"/>
          <a:stretch>
            <a:fillRect/>
          </a:stretch>
        </p:blipFill>
        <p:spPr>
          <a:xfrm>
            <a:off x="2965450" y="767194"/>
            <a:ext cx="6261100" cy="532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'i kujundus">
  <a:themeElements>
    <a:clrScheme name="TalTech">
      <a:dk1>
        <a:srgbClr val="000000"/>
      </a:dk1>
      <a:lt1>
        <a:srgbClr val="FFFFFF"/>
      </a:lt1>
      <a:dk2>
        <a:srgbClr val="332B60"/>
      </a:dk2>
      <a:lt2>
        <a:srgbClr val="DADAE4"/>
      </a:lt2>
      <a:accent1>
        <a:srgbClr val="E4067E"/>
      </a:accent1>
      <a:accent2>
        <a:srgbClr val="9396B0"/>
      </a:accent2>
      <a:accent3>
        <a:srgbClr val="AB1352"/>
      </a:accent3>
      <a:accent4>
        <a:srgbClr val="4FBFD3"/>
      </a:accent4>
      <a:accent5>
        <a:srgbClr val="332B60"/>
      </a:accent5>
      <a:accent6>
        <a:srgbClr val="DADAE4"/>
      </a:accent6>
      <a:hlink>
        <a:srgbClr val="AB1352"/>
      </a:hlink>
      <a:folHlink>
        <a:srgbClr val="AB1352"/>
      </a:folHlink>
    </a:clrScheme>
    <a:fontScheme name="TTÜ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wrap="square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alTech_lühike_16-9_EST" id="{F8045980-E2B7-4176-8725-9235C7439C8B}" vid="{D597BC0D-E4B7-4CEF-BB26-FD0EAC940A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1FD6AF7FC424189B0BAF161424567" ma:contentTypeVersion="3" ma:contentTypeDescription="Create a new document." ma:contentTypeScope="" ma:versionID="eee0fd60f927259333fb98fa60e06375">
  <xsd:schema xmlns:xsd="http://www.w3.org/2001/XMLSchema" xmlns:xs="http://www.w3.org/2001/XMLSchema" xmlns:p="http://schemas.microsoft.com/office/2006/metadata/properties" xmlns:ns2="566746a8-eac2-41fe-b884-0b6d892bfce3" targetNamespace="http://schemas.microsoft.com/office/2006/metadata/properties" ma:root="true" ma:fieldsID="3c8bea2a17d4ddf2e71864d746dea5d8" ns2:_="">
    <xsd:import namespace="566746a8-eac2-41fe-b884-0b6d892bfc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746a8-eac2-41fe-b884-0b6d892bfc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ED1B01-1F27-469B-A5F2-E2EBFE6DB13E}">
  <ds:schemaRefs>
    <ds:schemaRef ds:uri="566746a8-eac2-41fe-b884-0b6d892bfc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11662C-13BE-41E0-B1F1-0E975B481BAA}">
  <ds:schemaRefs>
    <ds:schemaRef ds:uri="566746a8-eac2-41fe-b884-0b6d892bfce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7BE2F7-8E6D-4684-953C-BB536E84C1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6_week</Template>
  <Application>Microsoft Office PowerPoint</Application>
  <PresentationFormat>Widescreen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Office'i kujundus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Uko Poschlin</dc:creator>
  <cp:revision>63</cp:revision>
  <dcterms:created xsi:type="dcterms:W3CDTF">2025-10-21T09:29:23Z</dcterms:created>
  <dcterms:modified xsi:type="dcterms:W3CDTF">2025-11-04T20:38:45Z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9643374</vt:lpwstr>
  </property>
  <property fmtid="{D5CDD505-2E9C-101B-9397-08002B2CF9AE}" pid="3" name="NXPowerLiteSettings">
    <vt:lpwstr>C780073804F000</vt:lpwstr>
  </property>
  <property fmtid="{D5CDD505-2E9C-101B-9397-08002B2CF9AE}" pid="4" name="NXPowerLiteVersion">
    <vt:lpwstr>D8.0.4</vt:lpwstr>
  </property>
  <property fmtid="{D5CDD505-2E9C-101B-9397-08002B2CF9AE}" pid="5" name="ContentTypeId">
    <vt:lpwstr>0x0101008E41FD6AF7FC424189B0BAF161424567</vt:lpwstr>
  </property>
</Properties>
</file>