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2" r:id="rId4"/>
  </p:sldMasterIdLst>
  <p:notesMasterIdLst>
    <p:notesMasterId r:id="rId26"/>
  </p:notesMasterIdLst>
  <p:handoutMasterIdLst>
    <p:handoutMasterId r:id="rId27"/>
  </p:handoutMasterIdLst>
  <p:sldIdLst>
    <p:sldId id="318" r:id="rId5"/>
    <p:sldId id="316" r:id="rId6"/>
    <p:sldId id="341" r:id="rId7"/>
    <p:sldId id="346" r:id="rId8"/>
    <p:sldId id="353" r:id="rId9"/>
    <p:sldId id="354" r:id="rId10"/>
    <p:sldId id="355" r:id="rId11"/>
    <p:sldId id="356" r:id="rId12"/>
    <p:sldId id="357" r:id="rId13"/>
    <p:sldId id="358" r:id="rId14"/>
    <p:sldId id="331" r:id="rId15"/>
    <p:sldId id="332" r:id="rId16"/>
    <p:sldId id="350" r:id="rId17"/>
    <p:sldId id="359" r:id="rId18"/>
    <p:sldId id="360" r:id="rId19"/>
    <p:sldId id="361" r:id="rId20"/>
    <p:sldId id="362" r:id="rId21"/>
    <p:sldId id="276" r:id="rId22"/>
    <p:sldId id="351" r:id="rId23"/>
    <p:sldId id="347" r:id="rId24"/>
    <p:sldId id="349" r:id="rId25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EE36AF8D-5BEB-E041-9101-0495C1E2400F}">
          <p14:sldIdLst>
            <p14:sldId id="318"/>
            <p14:sldId id="316"/>
            <p14:sldId id="341"/>
            <p14:sldId id="346"/>
            <p14:sldId id="353"/>
            <p14:sldId id="354"/>
            <p14:sldId id="355"/>
            <p14:sldId id="356"/>
            <p14:sldId id="357"/>
            <p14:sldId id="358"/>
            <p14:sldId id="331"/>
            <p14:sldId id="332"/>
            <p14:sldId id="350"/>
            <p14:sldId id="359"/>
            <p14:sldId id="360"/>
            <p14:sldId id="361"/>
            <p14:sldId id="362"/>
            <p14:sldId id="276"/>
            <p14:sldId id="351"/>
            <p14:sldId id="347"/>
            <p14:sldId id="34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2B60"/>
    <a:srgbClr val="4FBFD3"/>
    <a:srgbClr val="E4067E"/>
    <a:srgbClr val="4F4C4E"/>
    <a:srgbClr val="808285"/>
    <a:srgbClr val="96004F"/>
    <a:srgbClr val="4D4D4F"/>
    <a:srgbClr val="C9C9C9"/>
    <a:srgbClr val="D385A9"/>
    <a:srgbClr val="C25B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00542B-4DE4-4C42-9A78-370551EA37B6}" v="26" dt="2025-11-18T15:02:29.009"/>
    <p1510:client id="{DAFE77B5-7539-6B64-B588-837733C9215A}" v="370" dt="2025-11-18T19:13:30.5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Kujunduslaad 1 – rõhk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Kujunduslaad 1 – rõhk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l Romet De La Torre" userId="S::karlde@taltech.ee::0172a0a9-b8c9-4a6d-a0d2-213e8320e701" providerId="AD" clId="Web-{8CBD3082-DC93-8A36-DB86-8D0475FBF3A2}"/>
    <pc:docChg chg="modSld">
      <pc:chgData name="Karl Romet De La Torre" userId="S::karlde@taltech.ee::0172a0a9-b8c9-4a6d-a0d2-213e8320e701" providerId="AD" clId="Web-{8CBD3082-DC93-8A36-DB86-8D0475FBF3A2}" dt="2025-10-21T20:08:22.087" v="31" actId="1076"/>
      <pc:docMkLst>
        <pc:docMk/>
      </pc:docMkLst>
    </pc:docChg>
  </pc:docChgLst>
  <pc:docChgLst>
    <pc:chgData name="Jüri Kajava" userId="S::jukaja@taltech.ee::362f4973-aeb2-456d-91ab-e6c0b77fd48b" providerId="AD" clId="Web-{1BFE90A8-0BDD-CD9D-C313-3D93871B90FB}"/>
    <pc:docChg chg="addSld delSld modSld sldOrd modSection">
      <pc:chgData name="Jüri Kajava" userId="S::jukaja@taltech.ee::362f4973-aeb2-456d-91ab-e6c0b77fd48b" providerId="AD" clId="Web-{1BFE90A8-0BDD-CD9D-C313-3D93871B90FB}" dt="2025-10-21T20:20:53.493" v="241"/>
      <pc:docMkLst>
        <pc:docMk/>
      </pc:docMkLst>
      <pc:sldChg chg="addSp delSp modSp">
        <pc:chgData name="Jüri Kajava" userId="S::jukaja@taltech.ee::362f4973-aeb2-456d-91ab-e6c0b77fd48b" providerId="AD" clId="Web-{1BFE90A8-0BDD-CD9D-C313-3D93871B90FB}" dt="2025-10-21T18:44:24.515" v="2"/>
        <pc:sldMkLst>
          <pc:docMk/>
          <pc:sldMk cId="768852016" sldId="332"/>
        </pc:sldMkLst>
        <pc:picChg chg="add del mod">
          <ac:chgData name="Jüri Kajava" userId="S::jukaja@taltech.ee::362f4973-aeb2-456d-91ab-e6c0b77fd48b" providerId="AD" clId="Web-{1BFE90A8-0BDD-CD9D-C313-3D93871B90FB}" dt="2025-10-21T18:44:24.515" v="2"/>
          <ac:picMkLst>
            <pc:docMk/>
            <pc:sldMk cId="768852016" sldId="332"/>
            <ac:picMk id="7" creationId="{B6C38FC0-76FB-4E3B-924A-FDC0E7A86C3B}"/>
          </ac:picMkLst>
        </pc:picChg>
      </pc:sldChg>
    </pc:docChg>
  </pc:docChgLst>
  <pc:docChgLst>
    <pc:chgData name="Karl Romet De La Torre" userId="S::karlde@taltech.ee::0172a0a9-b8c9-4a6d-a0d2-213e8320e701" providerId="AD" clId="Web-{7B30ADFC-D77B-7D8C-34E8-37561D8E20DF}"/>
    <pc:docChg chg="modSld sldOrd">
      <pc:chgData name="Karl Romet De La Torre" userId="S::karlde@taltech.ee::0172a0a9-b8c9-4a6d-a0d2-213e8320e701" providerId="AD" clId="Web-{7B30ADFC-D77B-7D8C-34E8-37561D8E20DF}" dt="2025-11-04T17:02:05.677" v="5"/>
      <pc:docMkLst>
        <pc:docMk/>
      </pc:docMkLst>
      <pc:sldChg chg="ord">
        <pc:chgData name="Karl Romet De La Torre" userId="S::karlde@taltech.ee::0172a0a9-b8c9-4a6d-a0d2-213e8320e701" providerId="AD" clId="Web-{7B30ADFC-D77B-7D8C-34E8-37561D8E20DF}" dt="2025-11-04T17:02:05.677" v="5"/>
        <pc:sldMkLst>
          <pc:docMk/>
          <pc:sldMk cId="2998681822" sldId="346"/>
        </pc:sldMkLst>
      </pc:sldChg>
      <pc:sldChg chg="delSp modSp">
        <pc:chgData name="Karl Romet De La Torre" userId="S::karlde@taltech.ee::0172a0a9-b8c9-4a6d-a0d2-213e8320e701" providerId="AD" clId="Web-{7B30ADFC-D77B-7D8C-34E8-37561D8E20DF}" dt="2025-11-04T16:41:41.419" v="4"/>
        <pc:sldMkLst>
          <pc:docMk/>
          <pc:sldMk cId="1349125908" sldId="349"/>
        </pc:sldMkLst>
        <pc:spChg chg="mod">
          <ac:chgData name="Karl Romet De La Torre" userId="S::karlde@taltech.ee::0172a0a9-b8c9-4a6d-a0d2-213e8320e701" providerId="AD" clId="Web-{7B30ADFC-D77B-7D8C-34E8-37561D8E20DF}" dt="2025-11-04T16:39:47.981" v="2" actId="20577"/>
          <ac:spMkLst>
            <pc:docMk/>
            <pc:sldMk cId="1349125908" sldId="349"/>
            <ac:spMk id="2" creationId="{4B8E9543-DA1A-7DE3-869F-CA1D3282E893}"/>
          </ac:spMkLst>
        </pc:spChg>
        <pc:picChg chg="mod">
          <ac:chgData name="Karl Romet De La Torre" userId="S::karlde@taltech.ee::0172a0a9-b8c9-4a6d-a0d2-213e8320e701" providerId="AD" clId="Web-{7B30ADFC-D77B-7D8C-34E8-37561D8E20DF}" dt="2025-11-04T16:40:08.575" v="3" actId="1076"/>
          <ac:picMkLst>
            <pc:docMk/>
            <pc:sldMk cId="1349125908" sldId="349"/>
            <ac:picMk id="5" creationId="{FA150F8B-7C59-15FF-9B69-E0AA19B858B5}"/>
          </ac:picMkLst>
        </pc:picChg>
      </pc:sldChg>
    </pc:docChg>
  </pc:docChgLst>
  <pc:docChgLst>
    <pc:chgData name="Uko Poschlin" userId="3e88abbf-6602-4e57-8fe1-e464845f1e50" providerId="ADAL" clId="{0135FD9E-C436-40AB-99B3-5B0034B8E346}"/>
    <pc:docChg chg="undo custSel addSld delSld modSld sldOrd modSection">
      <pc:chgData name="Uko Poschlin" userId="3e88abbf-6602-4e57-8fe1-e464845f1e50" providerId="ADAL" clId="{0135FD9E-C436-40AB-99B3-5B0034B8E346}" dt="2025-11-18T15:02:52.727" v="359"/>
      <pc:docMkLst>
        <pc:docMk/>
      </pc:docMkLst>
      <pc:sldChg chg="addSp delSp modSp mod ord">
        <pc:chgData name="Uko Poschlin" userId="3e88abbf-6602-4e57-8fe1-e464845f1e50" providerId="ADAL" clId="{0135FD9E-C436-40AB-99B3-5B0034B8E346}" dt="2025-11-04T17:01:56.249" v="163" actId="20577"/>
        <pc:sldMkLst>
          <pc:docMk/>
          <pc:sldMk cId="147616357" sldId="316"/>
        </pc:sldMkLst>
        <pc:spChg chg="mod">
          <ac:chgData name="Uko Poschlin" userId="3e88abbf-6602-4e57-8fe1-e464845f1e50" providerId="ADAL" clId="{0135FD9E-C436-40AB-99B3-5B0034B8E346}" dt="2025-11-04T17:01:09.737" v="137" actId="20577"/>
          <ac:spMkLst>
            <pc:docMk/>
            <pc:sldMk cId="147616357" sldId="316"/>
            <ac:spMk id="6146" creationId="{00000000-0000-0000-0000-000000000000}"/>
          </ac:spMkLst>
        </pc:spChg>
        <pc:spChg chg="mod">
          <ac:chgData name="Uko Poschlin" userId="3e88abbf-6602-4e57-8fe1-e464845f1e50" providerId="ADAL" clId="{0135FD9E-C436-40AB-99B3-5B0034B8E346}" dt="2025-11-04T17:01:56.249" v="163" actId="20577"/>
          <ac:spMkLst>
            <pc:docMk/>
            <pc:sldMk cId="147616357" sldId="316"/>
            <ac:spMk id="6147" creationId="{00000000-0000-0000-0000-000000000000}"/>
          </ac:spMkLst>
        </pc:spChg>
      </pc:sldChg>
      <pc:sldChg chg="delSp modSp mod ord">
        <pc:chgData name="Uko Poschlin" userId="3e88abbf-6602-4e57-8fe1-e464845f1e50" providerId="ADAL" clId="{0135FD9E-C436-40AB-99B3-5B0034B8E346}" dt="2025-11-04T17:06:18.076" v="169" actId="1076"/>
        <pc:sldMkLst>
          <pc:docMk/>
          <pc:sldMk cId="3217507489" sldId="341"/>
        </pc:sldMkLst>
        <pc:picChg chg="mod">
          <ac:chgData name="Uko Poschlin" userId="3e88abbf-6602-4e57-8fe1-e464845f1e50" providerId="ADAL" clId="{0135FD9E-C436-40AB-99B3-5B0034B8E346}" dt="2025-11-04T17:06:18.076" v="169" actId="1076"/>
          <ac:picMkLst>
            <pc:docMk/>
            <pc:sldMk cId="3217507489" sldId="341"/>
            <ac:picMk id="7" creationId="{5A621058-DF1A-1C67-D24D-69522EEE271D}"/>
          </ac:picMkLst>
        </pc:picChg>
      </pc:sldChg>
      <pc:sldChg chg="addSp delSp modSp add mod modTransition modNotesTx">
        <pc:chgData name="Uko Poschlin" userId="3e88abbf-6602-4e57-8fe1-e464845f1e50" providerId="ADAL" clId="{0135FD9E-C436-40AB-99B3-5B0034B8E346}" dt="2025-11-04T17:18:01.064" v="271" actId="20577"/>
        <pc:sldMkLst>
          <pc:docMk/>
          <pc:sldMk cId="2998681822" sldId="346"/>
        </pc:sldMkLst>
        <pc:spChg chg="mod">
          <ac:chgData name="Uko Poschlin" userId="3e88abbf-6602-4e57-8fe1-e464845f1e50" providerId="ADAL" clId="{0135FD9E-C436-40AB-99B3-5B0034B8E346}" dt="2025-11-04T17:01:04.559" v="134" actId="20577"/>
          <ac:spMkLst>
            <pc:docMk/>
            <pc:sldMk cId="2998681822" sldId="346"/>
            <ac:spMk id="6146" creationId="{975D7D81-669B-BB2F-A852-325A2152DDC9}"/>
          </ac:spMkLst>
        </pc:spChg>
      </pc:sldChg>
      <pc:sldChg chg="addSp delSp modSp new add del mod ord">
        <pc:chgData name="Uko Poschlin" userId="3e88abbf-6602-4e57-8fe1-e464845f1e50" providerId="ADAL" clId="{0135FD9E-C436-40AB-99B3-5B0034B8E346}" dt="2025-11-04T16:31:00.470" v="99"/>
        <pc:sldMkLst>
          <pc:docMk/>
          <pc:sldMk cId="96487066" sldId="347"/>
        </pc:sldMkLst>
        <pc:picChg chg="add mod modCrop">
          <ac:chgData name="Uko Poschlin" userId="3e88abbf-6602-4e57-8fe1-e464845f1e50" providerId="ADAL" clId="{0135FD9E-C436-40AB-99B3-5B0034B8E346}" dt="2025-10-21T20:17:16.289" v="75" actId="1076"/>
          <ac:picMkLst>
            <pc:docMk/>
            <pc:sldMk cId="96487066" sldId="347"/>
            <ac:picMk id="5" creationId="{B3E3D8F9-C492-4395-A389-60EC677027ED}"/>
          </ac:picMkLst>
        </pc:picChg>
      </pc:sldChg>
      <pc:sldChg chg="addSp delSp modSp mod ord">
        <pc:chgData name="Uko Poschlin" userId="3e88abbf-6602-4e57-8fe1-e464845f1e50" providerId="ADAL" clId="{0135FD9E-C436-40AB-99B3-5B0034B8E346}" dt="2025-11-18T15:02:52.727" v="359"/>
        <pc:sldMkLst>
          <pc:docMk/>
          <pc:sldMk cId="1349125908" sldId="349"/>
        </pc:sldMkLst>
        <pc:spChg chg="add del mod">
          <ac:chgData name="Uko Poschlin" userId="3e88abbf-6602-4e57-8fe1-e464845f1e50" providerId="ADAL" clId="{0135FD9E-C436-40AB-99B3-5B0034B8E346}" dt="2025-11-04T17:01:00.163" v="131" actId="20577"/>
          <ac:spMkLst>
            <pc:docMk/>
            <pc:sldMk cId="1349125908" sldId="349"/>
            <ac:spMk id="2" creationId="{4B8E9543-DA1A-7DE3-869F-CA1D3282E893}"/>
          </ac:spMkLst>
        </pc:spChg>
      </pc:sldChg>
      <pc:sldChg chg="addSp delSp modSp new mod">
        <pc:chgData name="Uko Poschlin" userId="3e88abbf-6602-4e57-8fe1-e464845f1e50" providerId="ADAL" clId="{0135FD9E-C436-40AB-99B3-5B0034B8E346}" dt="2025-11-18T15:00:05.844" v="322" actId="14100"/>
        <pc:sldMkLst>
          <pc:docMk/>
          <pc:sldMk cId="122825738" sldId="353"/>
        </pc:sldMkLst>
        <pc:spChg chg="mod">
          <ac:chgData name="Uko Poschlin" userId="3e88abbf-6602-4e57-8fe1-e464845f1e50" providerId="ADAL" clId="{0135FD9E-C436-40AB-99B3-5B0034B8E346}" dt="2025-11-18T15:00:05.844" v="322" actId="14100"/>
          <ac:spMkLst>
            <pc:docMk/>
            <pc:sldMk cId="122825738" sldId="353"/>
            <ac:spMk id="2" creationId="{C4468E21-CE48-44AB-04B6-52D7B0FA3610}"/>
          </ac:spMkLst>
        </pc:spChg>
        <pc:spChg chg="del">
          <ac:chgData name="Uko Poschlin" userId="3e88abbf-6602-4e57-8fe1-e464845f1e50" providerId="ADAL" clId="{0135FD9E-C436-40AB-99B3-5B0034B8E346}" dt="2025-11-18T14:53:43.823" v="276" actId="478"/>
          <ac:spMkLst>
            <pc:docMk/>
            <pc:sldMk cId="122825738" sldId="353"/>
            <ac:spMk id="3" creationId="{02F1BF9B-9C6D-6838-FC29-839EB6BF2160}"/>
          </ac:spMkLst>
        </pc:spChg>
        <pc:picChg chg="add mod">
          <ac:chgData name="Uko Poschlin" userId="3e88abbf-6602-4e57-8fe1-e464845f1e50" providerId="ADAL" clId="{0135FD9E-C436-40AB-99B3-5B0034B8E346}" dt="2025-11-18T14:59:14.420" v="278" actId="1076"/>
          <ac:picMkLst>
            <pc:docMk/>
            <pc:sldMk cId="122825738" sldId="353"/>
            <ac:picMk id="1026" creationId="{55768B76-C84F-8880-1E63-D4A349B0667F}"/>
          </ac:picMkLst>
        </pc:picChg>
      </pc:sldChg>
      <pc:sldChg chg="addSp delSp modSp add">
        <pc:chgData name="Uko Poschlin" userId="3e88abbf-6602-4e57-8fe1-e464845f1e50" providerId="ADAL" clId="{0135FD9E-C436-40AB-99B3-5B0034B8E346}" dt="2025-11-18T15:00:40.522" v="327" actId="1076"/>
        <pc:sldMkLst>
          <pc:docMk/>
          <pc:sldMk cId="2832011655" sldId="354"/>
        </pc:sldMkLst>
        <pc:picChg chg="del">
          <ac:chgData name="Uko Poschlin" userId="3e88abbf-6602-4e57-8fe1-e464845f1e50" providerId="ADAL" clId="{0135FD9E-C436-40AB-99B3-5B0034B8E346}" dt="2025-11-18T15:00:23.030" v="324" actId="478"/>
          <ac:picMkLst>
            <pc:docMk/>
            <pc:sldMk cId="2832011655" sldId="354"/>
            <ac:picMk id="1026" creationId="{4BCD9E49-904D-1512-EC86-C69BDFED4C52}"/>
          </ac:picMkLst>
        </pc:picChg>
        <pc:picChg chg="add mod">
          <ac:chgData name="Uko Poschlin" userId="3e88abbf-6602-4e57-8fe1-e464845f1e50" providerId="ADAL" clId="{0135FD9E-C436-40AB-99B3-5B0034B8E346}" dt="2025-11-18T15:00:40.522" v="327" actId="1076"/>
          <ac:picMkLst>
            <pc:docMk/>
            <pc:sldMk cId="2832011655" sldId="354"/>
            <ac:picMk id="2050" creationId="{80000DB0-F03F-B785-B70E-A822E5B91D6E}"/>
          </ac:picMkLst>
        </pc:picChg>
      </pc:sldChg>
      <pc:sldChg chg="addSp delSp modSp add">
        <pc:chgData name="Uko Poschlin" userId="3e88abbf-6602-4e57-8fe1-e464845f1e50" providerId="ADAL" clId="{0135FD9E-C436-40AB-99B3-5B0034B8E346}" dt="2025-11-18T15:01:22.423" v="334" actId="1076"/>
        <pc:sldMkLst>
          <pc:docMk/>
          <pc:sldMk cId="4277519786" sldId="355"/>
        </pc:sldMkLst>
        <pc:picChg chg="del mod">
          <ac:chgData name="Uko Poschlin" userId="3e88abbf-6602-4e57-8fe1-e464845f1e50" providerId="ADAL" clId="{0135FD9E-C436-40AB-99B3-5B0034B8E346}" dt="2025-11-18T15:01:03.901" v="331" actId="478"/>
          <ac:picMkLst>
            <pc:docMk/>
            <pc:sldMk cId="4277519786" sldId="355"/>
            <ac:picMk id="2050" creationId="{C7F649D4-DDC2-0F84-7A02-0EBF7048AC07}"/>
          </ac:picMkLst>
        </pc:picChg>
        <pc:picChg chg="add mod">
          <ac:chgData name="Uko Poschlin" userId="3e88abbf-6602-4e57-8fe1-e464845f1e50" providerId="ADAL" clId="{0135FD9E-C436-40AB-99B3-5B0034B8E346}" dt="2025-11-18T15:01:22.423" v="334" actId="1076"/>
          <ac:picMkLst>
            <pc:docMk/>
            <pc:sldMk cId="4277519786" sldId="355"/>
            <ac:picMk id="3074" creationId="{67B3EED7-0CC9-419C-941A-6FD506384B12}"/>
          </ac:picMkLst>
        </pc:picChg>
      </pc:sldChg>
      <pc:sldChg chg="addSp delSp modSp add">
        <pc:chgData name="Uko Poschlin" userId="3e88abbf-6602-4e57-8fe1-e464845f1e50" providerId="ADAL" clId="{0135FD9E-C436-40AB-99B3-5B0034B8E346}" dt="2025-11-18T15:01:36.483" v="338" actId="1076"/>
        <pc:sldMkLst>
          <pc:docMk/>
          <pc:sldMk cId="121609178" sldId="356"/>
        </pc:sldMkLst>
        <pc:picChg chg="del">
          <ac:chgData name="Uko Poschlin" userId="3e88abbf-6602-4e57-8fe1-e464845f1e50" providerId="ADAL" clId="{0135FD9E-C436-40AB-99B3-5B0034B8E346}" dt="2025-11-18T15:01:31.650" v="336" actId="478"/>
          <ac:picMkLst>
            <pc:docMk/>
            <pc:sldMk cId="121609178" sldId="356"/>
            <ac:picMk id="3074" creationId="{BDC4DCA5-F5B7-2C22-E3B5-035131B6A14E}"/>
          </ac:picMkLst>
        </pc:picChg>
        <pc:picChg chg="add mod">
          <ac:chgData name="Uko Poschlin" userId="3e88abbf-6602-4e57-8fe1-e464845f1e50" providerId="ADAL" clId="{0135FD9E-C436-40AB-99B3-5B0034B8E346}" dt="2025-11-18T15:01:36.483" v="338" actId="1076"/>
          <ac:picMkLst>
            <pc:docMk/>
            <pc:sldMk cId="121609178" sldId="356"/>
            <ac:picMk id="4098" creationId="{8FA140F5-406C-0DE2-A758-157BC87249D4}"/>
          </ac:picMkLst>
        </pc:picChg>
      </pc:sldChg>
      <pc:sldChg chg="addSp delSp modSp add mod">
        <pc:chgData name="Uko Poschlin" userId="3e88abbf-6602-4e57-8fe1-e464845f1e50" providerId="ADAL" clId="{0135FD9E-C436-40AB-99B3-5B0034B8E346}" dt="2025-11-18T15:02:06.797" v="346" actId="20577"/>
        <pc:sldMkLst>
          <pc:docMk/>
          <pc:sldMk cId="3122180545" sldId="357"/>
        </pc:sldMkLst>
        <pc:spChg chg="mod">
          <ac:chgData name="Uko Poschlin" userId="3e88abbf-6602-4e57-8fe1-e464845f1e50" providerId="ADAL" clId="{0135FD9E-C436-40AB-99B3-5B0034B8E346}" dt="2025-11-18T15:02:06.797" v="346" actId="20577"/>
          <ac:spMkLst>
            <pc:docMk/>
            <pc:sldMk cId="3122180545" sldId="357"/>
            <ac:spMk id="2" creationId="{D7CDA754-008E-B237-5E31-77274E0E69F7}"/>
          </ac:spMkLst>
        </pc:spChg>
        <pc:picChg chg="del">
          <ac:chgData name="Uko Poschlin" userId="3e88abbf-6602-4e57-8fe1-e464845f1e50" providerId="ADAL" clId="{0135FD9E-C436-40AB-99B3-5B0034B8E346}" dt="2025-11-18T15:01:52.979" v="340" actId="478"/>
          <ac:picMkLst>
            <pc:docMk/>
            <pc:sldMk cId="3122180545" sldId="357"/>
            <ac:picMk id="4098" creationId="{B3BBB095-E35B-3ECA-34E8-78061ED93476}"/>
          </ac:picMkLst>
        </pc:picChg>
        <pc:picChg chg="add mod">
          <ac:chgData name="Uko Poschlin" userId="3e88abbf-6602-4e57-8fe1-e464845f1e50" providerId="ADAL" clId="{0135FD9E-C436-40AB-99B3-5B0034B8E346}" dt="2025-11-18T15:02:02.103" v="343" actId="1076"/>
          <ac:picMkLst>
            <pc:docMk/>
            <pc:sldMk cId="3122180545" sldId="357"/>
            <ac:picMk id="5122" creationId="{46A72AB2-D03B-CC9D-7C5B-7E81A3B4F0C7}"/>
          </ac:picMkLst>
        </pc:picChg>
      </pc:sldChg>
      <pc:sldChg chg="addSp delSp modSp add mod">
        <pc:chgData name="Uko Poschlin" userId="3e88abbf-6602-4e57-8fe1-e464845f1e50" providerId="ADAL" clId="{0135FD9E-C436-40AB-99B3-5B0034B8E346}" dt="2025-11-18T15:02:29.009" v="357"/>
        <pc:sldMkLst>
          <pc:docMk/>
          <pc:sldMk cId="3963395171" sldId="358"/>
        </pc:sldMkLst>
        <pc:spChg chg="mod">
          <ac:chgData name="Uko Poschlin" userId="3e88abbf-6602-4e57-8fe1-e464845f1e50" providerId="ADAL" clId="{0135FD9E-C436-40AB-99B3-5B0034B8E346}" dt="2025-11-18T15:02:23.999" v="355" actId="14100"/>
          <ac:spMkLst>
            <pc:docMk/>
            <pc:sldMk cId="3963395171" sldId="358"/>
            <ac:spMk id="2" creationId="{02D9AE86-07C0-22DF-E331-49F3FC47C449}"/>
          </ac:spMkLst>
        </pc:spChg>
        <pc:picChg chg="del">
          <ac:chgData name="Uko Poschlin" userId="3e88abbf-6602-4e57-8fe1-e464845f1e50" providerId="ADAL" clId="{0135FD9E-C436-40AB-99B3-5B0034B8E346}" dt="2025-11-18T15:02:28.435" v="356" actId="478"/>
          <ac:picMkLst>
            <pc:docMk/>
            <pc:sldMk cId="3963395171" sldId="358"/>
            <ac:picMk id="5122" creationId="{F206AB2F-C9DF-9DD4-22E5-2B81B0D7C471}"/>
          </ac:picMkLst>
        </pc:picChg>
        <pc:picChg chg="add">
          <ac:chgData name="Uko Poschlin" userId="3e88abbf-6602-4e57-8fe1-e464845f1e50" providerId="ADAL" clId="{0135FD9E-C436-40AB-99B3-5B0034B8E346}" dt="2025-11-18T15:02:29.009" v="357"/>
          <ac:picMkLst>
            <pc:docMk/>
            <pc:sldMk cId="3963395171" sldId="358"/>
            <ac:picMk id="6146" creationId="{427707FD-C8F7-1955-5225-59C7100EE4C8}"/>
          </ac:picMkLst>
        </pc:picChg>
      </pc:sldChg>
    </pc:docChg>
  </pc:docChgLst>
  <pc:docChgLst>
    <pc:chgData name="Jüri Kajava" userId="S::jukaja@taltech.ee::362f4973-aeb2-456d-91ab-e6c0b77fd48b" providerId="AD" clId="Web-{2A0EC243-3D03-E875-A65D-CE4EAEA0E746}"/>
    <pc:docChg chg="addSld delSld modSld sldOrd modSection">
      <pc:chgData name="Jüri Kajava" userId="S::jukaja@taltech.ee::362f4973-aeb2-456d-91ab-e6c0b77fd48b" providerId="AD" clId="Web-{2A0EC243-3D03-E875-A65D-CE4EAEA0E746}" dt="2025-11-04T20:38:35.564" v="107"/>
      <pc:docMkLst>
        <pc:docMk/>
      </pc:docMkLst>
      <pc:sldChg chg="addSp delSp modSp new">
        <pc:chgData name="Jüri Kajava" userId="S::jukaja@taltech.ee::362f4973-aeb2-456d-91ab-e6c0b77fd48b" providerId="AD" clId="Web-{2A0EC243-3D03-E875-A65D-CE4EAEA0E746}" dt="2025-11-04T18:18:00.275" v="18" actId="1076"/>
        <pc:sldMkLst>
          <pc:docMk/>
          <pc:sldMk cId="294362200" sldId="350"/>
        </pc:sldMkLst>
        <pc:spChg chg="mod">
          <ac:chgData name="Jüri Kajava" userId="S::jukaja@taltech.ee::362f4973-aeb2-456d-91ab-e6c0b77fd48b" providerId="AD" clId="Web-{2A0EC243-3D03-E875-A65D-CE4EAEA0E746}" dt="2025-11-04T18:16:39.947" v="13" actId="20577"/>
          <ac:spMkLst>
            <pc:docMk/>
            <pc:sldMk cId="294362200" sldId="350"/>
            <ac:spMk id="2" creationId="{B9FEF944-FCFA-3AFD-B51C-E42E9B05FFB0}"/>
          </ac:spMkLst>
        </pc:spChg>
        <pc:picChg chg="add mod ord modCrop">
          <ac:chgData name="Jüri Kajava" userId="S::jukaja@taltech.ee::362f4973-aeb2-456d-91ab-e6c0b77fd48b" providerId="AD" clId="Web-{2A0EC243-3D03-E875-A65D-CE4EAEA0E746}" dt="2025-11-04T18:18:00.275" v="18" actId="1076"/>
          <ac:picMkLst>
            <pc:docMk/>
            <pc:sldMk cId="294362200" sldId="350"/>
            <ac:picMk id="6" creationId="{BD3D0E17-906D-B220-7825-7926D9AAD287}"/>
          </ac:picMkLst>
        </pc:picChg>
      </pc:sldChg>
      <pc:sldChg chg="addSp delSp modSp new">
        <pc:chgData name="Jüri Kajava" userId="S::jukaja@taltech.ee::362f4973-aeb2-456d-91ab-e6c0b77fd48b" providerId="AD" clId="Web-{2A0EC243-3D03-E875-A65D-CE4EAEA0E746}" dt="2025-11-04T18:20:25.587" v="42" actId="20577"/>
        <pc:sldMkLst>
          <pc:docMk/>
          <pc:sldMk cId="1841038689" sldId="351"/>
        </pc:sldMkLst>
        <pc:spChg chg="mod">
          <ac:chgData name="Jüri Kajava" userId="S::jukaja@taltech.ee::362f4973-aeb2-456d-91ab-e6c0b77fd48b" providerId="AD" clId="Web-{2A0EC243-3D03-E875-A65D-CE4EAEA0E746}" dt="2025-11-04T18:20:25.587" v="42" actId="20577"/>
          <ac:spMkLst>
            <pc:docMk/>
            <pc:sldMk cId="1841038689" sldId="351"/>
            <ac:spMk id="2" creationId="{34C79544-86CA-5877-914E-A09FC0CAC541}"/>
          </ac:spMkLst>
        </pc:spChg>
        <pc:picChg chg="add mod ord modCrop">
          <ac:chgData name="Jüri Kajava" userId="S::jukaja@taltech.ee::362f4973-aeb2-456d-91ab-e6c0b77fd48b" providerId="AD" clId="Web-{2A0EC243-3D03-E875-A65D-CE4EAEA0E746}" dt="2025-11-04T18:19:43.524" v="34" actId="1076"/>
          <ac:picMkLst>
            <pc:docMk/>
            <pc:sldMk cId="1841038689" sldId="351"/>
            <ac:picMk id="6" creationId="{70EFB22D-86FA-0BCC-9A3D-29CB02DE1A9A}"/>
          </ac:picMkLst>
        </pc:picChg>
      </pc:sldChg>
    </pc:docChg>
  </pc:docChgLst>
  <pc:docChgLst>
    <pc:chgData name="Karl Romet De La Torre" userId="S::karlde@taltech.ee::0172a0a9-b8c9-4a6d-a0d2-213e8320e701" providerId="AD" clId="Web-{741F08D4-37FB-C586-046D-7121D25300C2}"/>
    <pc:docChg chg="addSld modSld modSection">
      <pc:chgData name="Karl Romet De La Torre" userId="S::karlde@taltech.ee::0172a0a9-b8c9-4a6d-a0d2-213e8320e701" providerId="AD" clId="Web-{741F08D4-37FB-C586-046D-7121D25300C2}" dt="2025-11-04T16:38:24.477" v="50" actId="1076"/>
      <pc:docMkLst>
        <pc:docMk/>
      </pc:docMkLst>
      <pc:sldChg chg="addSp delSp modSp">
        <pc:chgData name="Karl Romet De La Torre" userId="S::karlde@taltech.ee::0172a0a9-b8c9-4a6d-a0d2-213e8320e701" providerId="AD" clId="Web-{741F08D4-37FB-C586-046D-7121D25300C2}" dt="2025-11-04T16:38:24.477" v="50" actId="1076"/>
        <pc:sldMkLst>
          <pc:docMk/>
          <pc:sldMk cId="2998681822" sldId="346"/>
        </pc:sldMkLst>
        <pc:picChg chg="add mod modCrop">
          <ac:chgData name="Karl Romet De La Torre" userId="S::karlde@taltech.ee::0172a0a9-b8c9-4a6d-a0d2-213e8320e701" providerId="AD" clId="Web-{741F08D4-37FB-C586-046D-7121D25300C2}" dt="2025-11-04T16:38:24.477" v="50" actId="1076"/>
          <ac:picMkLst>
            <pc:docMk/>
            <pc:sldMk cId="2998681822" sldId="346"/>
            <ac:picMk id="4" creationId="{951DD761-39F0-3D3A-340B-DBB0CC22178A}"/>
          </ac:picMkLst>
        </pc:picChg>
      </pc:sldChg>
      <pc:sldChg chg="addSp delSp modSp new">
        <pc:chgData name="Karl Romet De La Torre" userId="S::karlde@taltech.ee::0172a0a9-b8c9-4a6d-a0d2-213e8320e701" providerId="AD" clId="Web-{741F08D4-37FB-C586-046D-7121D25300C2}" dt="2025-11-04T16:35:39.471" v="15" actId="20577"/>
        <pc:sldMkLst>
          <pc:docMk/>
          <pc:sldMk cId="1349125908" sldId="349"/>
        </pc:sldMkLst>
        <pc:spChg chg="mod">
          <ac:chgData name="Karl Romet De La Torre" userId="S::karlde@taltech.ee::0172a0a9-b8c9-4a6d-a0d2-213e8320e701" providerId="AD" clId="Web-{741F08D4-37FB-C586-046D-7121D25300C2}" dt="2025-11-04T16:35:39.471" v="15" actId="20577"/>
          <ac:spMkLst>
            <pc:docMk/>
            <pc:sldMk cId="1349125908" sldId="349"/>
            <ac:spMk id="2" creationId="{4B8E9543-DA1A-7DE3-869F-CA1D3282E893}"/>
          </ac:spMkLst>
        </pc:spChg>
        <pc:picChg chg="add del mod">
          <ac:chgData name="Karl Romet De La Torre" userId="S::karlde@taltech.ee::0172a0a9-b8c9-4a6d-a0d2-213e8320e701" providerId="AD" clId="Web-{741F08D4-37FB-C586-046D-7121D25300C2}" dt="2025-11-04T16:31:55.308" v="10"/>
          <ac:picMkLst>
            <pc:docMk/>
            <pc:sldMk cId="1349125908" sldId="349"/>
            <ac:picMk id="5" creationId="{FA150F8B-7C59-15FF-9B69-E0AA19B858B5}"/>
          </ac:picMkLst>
        </pc:picChg>
      </pc:sldChg>
    </pc:docChg>
  </pc:docChgLst>
  <pc:docChgLst>
    <pc:chgData name="Jüri Kajava" userId="S::jukaja@taltech.ee::362f4973-aeb2-456d-91ab-e6c0b77fd48b" providerId="AD" clId="Web-{DAFE77B5-7539-6B64-B588-837733C9215A}"/>
    <pc:docChg chg="addSld delSld modSld modSection">
      <pc:chgData name="Jüri Kajava" userId="S::jukaja@taltech.ee::362f4973-aeb2-456d-91ab-e6c0b77fd48b" providerId="AD" clId="Web-{DAFE77B5-7539-6B64-B588-837733C9215A}" dt="2025-11-18T19:13:30.574" v="347" actId="20577"/>
      <pc:docMkLst>
        <pc:docMk/>
      </pc:docMkLst>
      <pc:sldChg chg="addSp delSp modSp">
        <pc:chgData name="Jüri Kajava" userId="S::jukaja@taltech.ee::362f4973-aeb2-456d-91ab-e6c0b77fd48b" providerId="AD" clId="Web-{DAFE77B5-7539-6B64-B588-837733C9215A}" dt="2025-11-18T19:09:54.385" v="294" actId="20577"/>
        <pc:sldMkLst>
          <pc:docMk/>
          <pc:sldMk cId="294362200" sldId="350"/>
        </pc:sldMkLst>
        <pc:spChg chg="mod">
          <ac:chgData name="Jüri Kajava" userId="S::jukaja@taltech.ee::362f4973-aeb2-456d-91ab-e6c0b77fd48b" providerId="AD" clId="Web-{DAFE77B5-7539-6B64-B588-837733C9215A}" dt="2025-11-18T19:09:54.385" v="294" actId="20577"/>
          <ac:spMkLst>
            <pc:docMk/>
            <pc:sldMk cId="294362200" sldId="350"/>
            <ac:spMk id="3" creationId="{E7CB2249-BFCA-E989-C700-EEF6AF6314B5}"/>
          </ac:spMkLst>
        </pc:spChg>
        <pc:spChg chg="add del mod">
          <ac:chgData name="Jüri Kajava" userId="S::jukaja@taltech.ee::362f4973-aeb2-456d-91ab-e6c0b77fd48b" providerId="AD" clId="Web-{DAFE77B5-7539-6B64-B588-837733C9215A}" dt="2025-11-18T18:12:46.212" v="5"/>
          <ac:spMkLst>
            <pc:docMk/>
            <pc:sldMk cId="294362200" sldId="350"/>
            <ac:spMk id="7" creationId="{E681DBA2-2181-1C4F-EA45-C931825F0D80}"/>
          </ac:spMkLst>
        </pc:spChg>
        <pc:picChg chg="add del mod modCrop">
          <ac:chgData name="Jüri Kajava" userId="S::jukaja@taltech.ee::362f4973-aeb2-456d-91ab-e6c0b77fd48b" providerId="AD" clId="Web-{DAFE77B5-7539-6B64-B588-837733C9215A}" dt="2025-11-18T19:08:00.305" v="256" actId="1076"/>
          <ac:picMkLst>
            <pc:docMk/>
            <pc:sldMk cId="294362200" sldId="350"/>
            <ac:picMk id="6" creationId="{BD3D0E17-906D-B220-7825-7926D9AAD287}"/>
          </ac:picMkLst>
        </pc:picChg>
        <pc:picChg chg="add mod">
          <ac:chgData name="Jüri Kajava" userId="S::jukaja@taltech.ee::362f4973-aeb2-456d-91ab-e6c0b77fd48b" providerId="AD" clId="Web-{DAFE77B5-7539-6B64-B588-837733C9215A}" dt="2025-11-18T19:09:19.884" v="265" actId="1076"/>
          <ac:picMkLst>
            <pc:docMk/>
            <pc:sldMk cId="294362200" sldId="350"/>
            <ac:picMk id="8" creationId="{609E5F9E-ACE8-F651-3083-3A399D6B8D23}"/>
          </ac:picMkLst>
        </pc:picChg>
      </pc:sldChg>
      <pc:sldChg chg="del">
        <pc:chgData name="Jüri Kajava" userId="S::jukaja@taltech.ee::362f4973-aeb2-456d-91ab-e6c0b77fd48b" providerId="AD" clId="Web-{DAFE77B5-7539-6B64-B588-837733C9215A}" dt="2025-11-18T18:15:00.885" v="14"/>
        <pc:sldMkLst>
          <pc:docMk/>
          <pc:sldMk cId="152956192" sldId="352"/>
        </pc:sldMkLst>
      </pc:sldChg>
      <pc:sldChg chg="addSp delSp modSp new">
        <pc:chgData name="Jüri Kajava" userId="S::jukaja@taltech.ee::362f4973-aeb2-456d-91ab-e6c0b77fd48b" providerId="AD" clId="Web-{DAFE77B5-7539-6B64-B588-837733C9215A}" dt="2025-11-18T19:06:50.163" v="237"/>
        <pc:sldMkLst>
          <pc:docMk/>
          <pc:sldMk cId="2500864825" sldId="359"/>
        </pc:sldMkLst>
        <pc:spChg chg="mod">
          <ac:chgData name="Jüri Kajava" userId="S::jukaja@taltech.ee::362f4973-aeb2-456d-91ab-e6c0b77fd48b" providerId="AD" clId="Web-{DAFE77B5-7539-6B64-B588-837733C9215A}" dt="2025-11-18T18:16:29.698" v="26" actId="20577"/>
          <ac:spMkLst>
            <pc:docMk/>
            <pc:sldMk cId="2500864825" sldId="359"/>
            <ac:spMk id="2" creationId="{799F598D-7B13-3C2B-2A52-BA1365227741}"/>
          </ac:spMkLst>
        </pc:spChg>
        <pc:spChg chg="del mod">
          <ac:chgData name="Jüri Kajava" userId="S::jukaja@taltech.ee::362f4973-aeb2-456d-91ab-e6c0b77fd48b" providerId="AD" clId="Web-{DAFE77B5-7539-6B64-B588-837733C9215A}" dt="2025-11-18T18:20:00.559" v="34"/>
          <ac:spMkLst>
            <pc:docMk/>
            <pc:sldMk cId="2500864825" sldId="359"/>
            <ac:spMk id="3" creationId="{EACADCC1-6CCB-E641-4A24-B71D44B1AEFC}"/>
          </ac:spMkLst>
        </pc:spChg>
        <pc:spChg chg="del">
          <ac:chgData name="Jüri Kajava" userId="S::jukaja@taltech.ee::362f4973-aeb2-456d-91ab-e6c0b77fd48b" providerId="AD" clId="Web-{DAFE77B5-7539-6B64-B588-837733C9215A}" dt="2025-11-18T18:17:42.496" v="27"/>
          <ac:spMkLst>
            <pc:docMk/>
            <pc:sldMk cId="2500864825" sldId="359"/>
            <ac:spMk id="4" creationId="{12B71D42-25DD-236A-4664-C6D476BC0BCF}"/>
          </ac:spMkLst>
        </pc:spChg>
        <pc:spChg chg="add mod">
          <ac:chgData name="Jüri Kajava" userId="S::jukaja@taltech.ee::362f4973-aeb2-456d-91ab-e6c0b77fd48b" providerId="AD" clId="Web-{DAFE77B5-7539-6B64-B588-837733C9215A}" dt="2025-11-18T19:06:46.460" v="236" actId="20577"/>
          <ac:spMkLst>
            <pc:docMk/>
            <pc:sldMk cId="2500864825" sldId="359"/>
            <ac:spMk id="9" creationId="{14B39565-2AF5-8B0F-E809-A2EB529F4F10}"/>
          </ac:spMkLst>
        </pc:spChg>
        <pc:picChg chg="add mod ord modCrop">
          <ac:chgData name="Jüri Kajava" userId="S::jukaja@taltech.ee::362f4973-aeb2-456d-91ab-e6c0b77fd48b" providerId="AD" clId="Web-{DAFE77B5-7539-6B64-B588-837733C9215A}" dt="2025-11-18T19:06:50.163" v="237"/>
          <ac:picMkLst>
            <pc:docMk/>
            <pc:sldMk cId="2500864825" sldId="359"/>
            <ac:picMk id="6" creationId="{3B556FFE-E995-0A95-E25D-EE4A59265D1A}"/>
          </ac:picMkLst>
        </pc:picChg>
        <pc:picChg chg="add mod">
          <ac:chgData name="Jüri Kajava" userId="S::jukaja@taltech.ee::362f4973-aeb2-456d-91ab-e6c0b77fd48b" providerId="AD" clId="Web-{DAFE77B5-7539-6B64-B588-837733C9215A}" dt="2025-11-18T18:20:42.918" v="43" actId="1076"/>
          <ac:picMkLst>
            <pc:docMk/>
            <pc:sldMk cId="2500864825" sldId="359"/>
            <ac:picMk id="7" creationId="{AC3EC465-B475-42CA-BA09-24EC9700393B}"/>
          </ac:picMkLst>
        </pc:picChg>
      </pc:sldChg>
      <pc:sldChg chg="addSp delSp modSp new">
        <pc:chgData name="Jüri Kajava" userId="S::jukaja@taltech.ee::362f4973-aeb2-456d-91ab-e6c0b77fd48b" providerId="AD" clId="Web-{DAFE77B5-7539-6B64-B588-837733C9215A}" dt="2025-11-18T18:41:12.344" v="158" actId="1076"/>
        <pc:sldMkLst>
          <pc:docMk/>
          <pc:sldMk cId="1239978703" sldId="360"/>
        </pc:sldMkLst>
        <pc:spChg chg="mod">
          <ac:chgData name="Jüri Kajava" userId="S::jukaja@taltech.ee::362f4973-aeb2-456d-91ab-e6c0b77fd48b" providerId="AD" clId="Web-{DAFE77B5-7539-6B64-B588-837733C9215A}" dt="2025-11-18T18:35:54.559" v="98" actId="20577"/>
          <ac:spMkLst>
            <pc:docMk/>
            <pc:sldMk cId="1239978703" sldId="360"/>
            <ac:spMk id="2" creationId="{7132897D-4062-B242-6CC9-5571FAC1A1C5}"/>
          </ac:spMkLst>
        </pc:spChg>
        <pc:spChg chg="mod">
          <ac:chgData name="Jüri Kajava" userId="S::jukaja@taltech.ee::362f4973-aeb2-456d-91ab-e6c0b77fd48b" providerId="AD" clId="Web-{DAFE77B5-7539-6B64-B588-837733C9215A}" dt="2025-11-18T18:39:59.609" v="146" actId="14100"/>
          <ac:spMkLst>
            <pc:docMk/>
            <pc:sldMk cId="1239978703" sldId="360"/>
            <ac:spMk id="3" creationId="{1DB07EA9-E1B3-126D-1E81-302ED3D0BBFA}"/>
          </ac:spMkLst>
        </pc:spChg>
        <pc:spChg chg="del">
          <ac:chgData name="Jüri Kajava" userId="S::jukaja@taltech.ee::362f4973-aeb2-456d-91ab-e6c0b77fd48b" providerId="AD" clId="Web-{DAFE77B5-7539-6B64-B588-837733C9215A}" dt="2025-11-18T18:35:57.543" v="99"/>
          <ac:spMkLst>
            <pc:docMk/>
            <pc:sldMk cId="1239978703" sldId="360"/>
            <ac:spMk id="4" creationId="{F01FFFCE-156E-26D3-B9EF-728AAB0809D9}"/>
          </ac:spMkLst>
        </pc:spChg>
        <pc:spChg chg="add mod">
          <ac:chgData name="Jüri Kajava" userId="S::jukaja@taltech.ee::362f4973-aeb2-456d-91ab-e6c0b77fd48b" providerId="AD" clId="Web-{DAFE77B5-7539-6B64-B588-837733C9215A}" dt="2025-11-18T18:40:08.124" v="148" actId="1076"/>
          <ac:spMkLst>
            <pc:docMk/>
            <pc:sldMk cId="1239978703" sldId="360"/>
            <ac:spMk id="7" creationId="{BFB4A270-7CF3-A574-0416-8858F635D348}"/>
          </ac:spMkLst>
        </pc:spChg>
        <pc:spChg chg="add mod">
          <ac:chgData name="Jüri Kajava" userId="S::jukaja@taltech.ee::362f4973-aeb2-456d-91ab-e6c0b77fd48b" providerId="AD" clId="Web-{DAFE77B5-7539-6B64-B588-837733C9215A}" dt="2025-11-18T18:41:12.344" v="158" actId="1076"/>
          <ac:spMkLst>
            <pc:docMk/>
            <pc:sldMk cId="1239978703" sldId="360"/>
            <ac:spMk id="9" creationId="{BF0EA0F0-B887-6503-B1A9-F49416EFE079}"/>
          </ac:spMkLst>
        </pc:spChg>
        <pc:picChg chg="add mod ord modCrop">
          <ac:chgData name="Jüri Kajava" userId="S::jukaja@taltech.ee::362f4973-aeb2-456d-91ab-e6c0b77fd48b" providerId="AD" clId="Web-{DAFE77B5-7539-6B64-B588-837733C9215A}" dt="2025-11-18T18:40:49.844" v="153" actId="14100"/>
          <ac:picMkLst>
            <pc:docMk/>
            <pc:sldMk cId="1239978703" sldId="360"/>
            <ac:picMk id="6" creationId="{76F3FB96-BF8C-D045-0A37-4BA30EE03BAE}"/>
          </ac:picMkLst>
        </pc:picChg>
        <pc:picChg chg="add mod">
          <ac:chgData name="Jüri Kajava" userId="S::jukaja@taltech.ee::362f4973-aeb2-456d-91ab-e6c0b77fd48b" providerId="AD" clId="Web-{DAFE77B5-7539-6B64-B588-837733C9215A}" dt="2025-11-18T18:40:33.547" v="150" actId="1076"/>
          <ac:picMkLst>
            <pc:docMk/>
            <pc:sldMk cId="1239978703" sldId="360"/>
            <ac:picMk id="8" creationId="{27B08276-89FD-F211-C655-2103C8909AE7}"/>
          </ac:picMkLst>
        </pc:picChg>
      </pc:sldChg>
      <pc:sldChg chg="addSp delSp modSp new">
        <pc:chgData name="Jüri Kajava" userId="S::jukaja@taltech.ee::362f4973-aeb2-456d-91ab-e6c0b77fd48b" providerId="AD" clId="Web-{DAFE77B5-7539-6B64-B588-837733C9215A}" dt="2025-11-18T19:13:30.574" v="347" actId="20577"/>
        <pc:sldMkLst>
          <pc:docMk/>
          <pc:sldMk cId="3634705744" sldId="361"/>
        </pc:sldMkLst>
        <pc:spChg chg="mod">
          <ac:chgData name="Jüri Kajava" userId="S::jukaja@taltech.ee::362f4973-aeb2-456d-91ab-e6c0b77fd48b" providerId="AD" clId="Web-{DAFE77B5-7539-6B64-B588-837733C9215A}" dt="2025-11-18T19:11:52.058" v="306" actId="20577"/>
          <ac:spMkLst>
            <pc:docMk/>
            <pc:sldMk cId="3634705744" sldId="361"/>
            <ac:spMk id="2" creationId="{0E8275F7-5960-9709-8C55-14D3CFC51F31}"/>
          </ac:spMkLst>
        </pc:spChg>
        <pc:spChg chg="mod">
          <ac:chgData name="Jüri Kajava" userId="S::jukaja@taltech.ee::362f4973-aeb2-456d-91ab-e6c0b77fd48b" providerId="AD" clId="Web-{DAFE77B5-7539-6B64-B588-837733C9215A}" dt="2025-11-18T19:13:30.574" v="347" actId="20577"/>
          <ac:spMkLst>
            <pc:docMk/>
            <pc:sldMk cId="3634705744" sldId="361"/>
            <ac:spMk id="3" creationId="{851D14B4-B770-D7FA-FD84-B499472A2371}"/>
          </ac:spMkLst>
        </pc:spChg>
        <pc:spChg chg="del">
          <ac:chgData name="Jüri Kajava" userId="S::jukaja@taltech.ee::362f4973-aeb2-456d-91ab-e6c0b77fd48b" providerId="AD" clId="Web-{DAFE77B5-7539-6B64-B588-837733C9215A}" dt="2025-11-18T19:11:28.589" v="296"/>
          <ac:spMkLst>
            <pc:docMk/>
            <pc:sldMk cId="3634705744" sldId="361"/>
            <ac:spMk id="4" creationId="{F637CC9A-42F6-68A1-7996-B898FC8B2CB0}"/>
          </ac:spMkLst>
        </pc:spChg>
        <pc:picChg chg="add mod ord modCrop">
          <ac:chgData name="Jüri Kajava" userId="S::jukaja@taltech.ee::362f4973-aeb2-456d-91ab-e6c0b77fd48b" providerId="AD" clId="Web-{DAFE77B5-7539-6B64-B588-837733C9215A}" dt="2025-11-18T19:12:19.824" v="315" actId="1076"/>
          <ac:picMkLst>
            <pc:docMk/>
            <pc:sldMk cId="3634705744" sldId="361"/>
            <ac:picMk id="6" creationId="{007029E4-9450-592C-24C6-1C550EA8CC44}"/>
          </ac:picMkLst>
        </pc:picChg>
      </pc:sldChg>
      <pc:sldChg chg="modSp add replId">
        <pc:chgData name="Jüri Kajava" userId="S::jukaja@taltech.ee::362f4973-aeb2-456d-91ab-e6c0b77fd48b" providerId="AD" clId="Web-{DAFE77B5-7539-6B64-B588-837733C9215A}" dt="2025-11-18T19:12:17.214" v="314" actId="20577"/>
        <pc:sldMkLst>
          <pc:docMk/>
          <pc:sldMk cId="1974865636" sldId="362"/>
        </pc:sldMkLst>
        <pc:spChg chg="mod">
          <ac:chgData name="Jüri Kajava" userId="S::jukaja@taltech.ee::362f4973-aeb2-456d-91ab-e6c0b77fd48b" providerId="AD" clId="Web-{DAFE77B5-7539-6B64-B588-837733C9215A}" dt="2025-11-18T19:12:17.214" v="314" actId="20577"/>
          <ac:spMkLst>
            <pc:docMk/>
            <pc:sldMk cId="1974865636" sldId="362"/>
            <ac:spMk id="2" creationId="{DC3B6951-B313-E75C-6404-C1F9848A35F1}"/>
          </ac:spMkLst>
        </pc:spChg>
        <pc:picChg chg="mod">
          <ac:chgData name="Jüri Kajava" userId="S::jukaja@taltech.ee::362f4973-aeb2-456d-91ab-e6c0b77fd48b" providerId="AD" clId="Web-{DAFE77B5-7539-6B64-B588-837733C9215A}" dt="2025-11-18T19:12:02.230" v="308"/>
          <ac:picMkLst>
            <pc:docMk/>
            <pc:sldMk cId="1974865636" sldId="362"/>
            <ac:picMk id="6" creationId="{CF9966A3-2F48-129D-BB32-B5412D4493F7}"/>
          </ac:picMkLst>
        </pc:picChg>
      </pc:sldChg>
    </pc:docChg>
  </pc:docChgLst>
  <pc:docChgLst>
    <pc:chgData name="Jüri Kajava" userId="S::jukaja@taltech.ee::362f4973-aeb2-456d-91ab-e6c0b77fd48b" providerId="AD" clId="Web-{3592AB5E-E5C6-AC3B-E44E-36AE2E8859E2}"/>
    <pc:docChg chg="delSld modSection">
      <pc:chgData name="Jüri Kajava" userId="S::jukaja@taltech.ee::362f4973-aeb2-456d-91ab-e6c0b77fd48b" providerId="AD" clId="Web-{3592AB5E-E5C6-AC3B-E44E-36AE2E8859E2}" dt="2025-11-04T17:31:57.056" v="0"/>
      <pc:docMkLst>
        <pc:docMk/>
      </pc:docMkLst>
    </pc:docChg>
  </pc:docChgLst>
  <pc:docChgLst>
    <pc:chgData name="Karl Romet De La Torre" userId="S::karlde@taltech.ee::0172a0a9-b8c9-4a6d-a0d2-213e8320e701" providerId="AD" clId="Web-{1B0A317B-3A47-EA76-E15C-0F1E022A2EDA}"/>
    <pc:docChg chg="addSld modSld modSection">
      <pc:chgData name="Karl Romet De La Torre" userId="S::karlde@taltech.ee::0172a0a9-b8c9-4a6d-a0d2-213e8320e701" providerId="AD" clId="Web-{1B0A317B-3A47-EA76-E15C-0F1E022A2EDA}" dt="2025-10-21T09:49:25.017" v="9" actId="1076"/>
      <pc:docMkLst>
        <pc:docMk/>
      </pc:docMkLst>
      <pc:sldChg chg="addSp delSp modSp new">
        <pc:chgData name="Karl Romet De La Torre" userId="S::karlde@taltech.ee::0172a0a9-b8c9-4a6d-a0d2-213e8320e701" providerId="AD" clId="Web-{1B0A317B-3A47-EA76-E15C-0F1E022A2EDA}" dt="2025-10-21T09:49:25.017" v="9" actId="1076"/>
        <pc:sldMkLst>
          <pc:docMk/>
          <pc:sldMk cId="3217507489" sldId="341"/>
        </pc:sldMkLst>
        <pc:picChg chg="add mod">
          <ac:chgData name="Karl Romet De La Torre" userId="S::karlde@taltech.ee::0172a0a9-b8c9-4a6d-a0d2-213e8320e701" providerId="AD" clId="Web-{1B0A317B-3A47-EA76-E15C-0F1E022A2EDA}" dt="2025-10-21T09:49:25.017" v="9" actId="1076"/>
          <ac:picMkLst>
            <pc:docMk/>
            <pc:sldMk cId="3217507489" sldId="341"/>
            <ac:picMk id="7" creationId="{5A621058-DF1A-1C67-D24D-69522EEE271D}"/>
          </ac:picMkLst>
        </pc:picChg>
      </pc:sldChg>
    </pc:docChg>
  </pc:docChgLst>
  <pc:docChgLst>
    <pc:chgData name="Karl Romet De La Torre" userId="S::karlde@taltech.ee::0172a0a9-b8c9-4a6d-a0d2-213e8320e701" providerId="AD" clId="Web-{120B358C-F778-B8F8-ADB0-4583A3C20C8C}"/>
    <pc:docChg chg="delSld modSld modSection">
      <pc:chgData name="Karl Romet De La Torre" userId="S::karlde@taltech.ee::0172a0a9-b8c9-4a6d-a0d2-213e8320e701" providerId="AD" clId="Web-{120B358C-F778-B8F8-ADB0-4583A3C20C8C}" dt="2025-10-21T13:31:11.461" v="147"/>
      <pc:docMkLst>
        <pc:docMk/>
      </pc:docMkLst>
    </pc:docChg>
  </pc:docChgLst>
  <pc:docChgLst>
    <pc:chgData name="Jüri Kajava" userId="S::jukaja@taltech.ee::362f4973-aeb2-456d-91ab-e6c0b77fd48b" providerId="AD" clId="Web-{9A159663-67C5-45CE-E8CA-268FB5236CE3}"/>
    <pc:docChg chg="delSld modSection">
      <pc:chgData name="Jüri Kajava" userId="S::jukaja@taltech.ee::362f4973-aeb2-456d-91ab-e6c0b77fd48b" providerId="AD" clId="Web-{9A159663-67C5-45CE-E8CA-268FB5236CE3}" dt="2025-10-21T14:07:44.006" v="1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37233B-0833-EF40-A4A4-4DDA2CCDF12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78668B-42F9-8648-A8AF-436CB12C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76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7A5CFB8B-B9EB-4E3F-B143-7BE1A009C8C1}" type="datetimeFigureOut">
              <a:rPr lang="en-US"/>
              <a:pPr>
                <a:defRPr/>
              </a:pPr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89D10C4C-EAC2-4D66-B9F8-E052F2E25BCC}" type="slidenum">
              <a:rPr lang="en-US" altLang="et-EE"/>
              <a:pPr>
                <a:defRPr/>
              </a:pPr>
              <a:t>‹#›</a:t>
            </a:fld>
            <a:endParaRPr lang="en-US" altLang="et-EE"/>
          </a:p>
        </p:txBody>
      </p:sp>
    </p:spTree>
    <p:extLst>
      <p:ext uri="{BB962C8B-B14F-4D97-AF65-F5344CB8AC3E}">
        <p14:creationId xmlns:p14="http://schemas.microsoft.com/office/powerpoint/2010/main" val="203485021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t-EE" dirty="0"/>
              <a:t>Koostada skeem, mis hindab valgustatust vahemikus 300-500 luksi ja kasutades selleks kolme </a:t>
            </a:r>
            <a:r>
              <a:rPr lang="et-EE" dirty="0" err="1"/>
              <a:t>LED-i</a:t>
            </a:r>
            <a:r>
              <a:rPr lang="et-EE" dirty="0"/>
              <a:t>: valgustatus on alla 300 luksi, valgustatus on vahemikus 300-500 luksi ja valgustatus on üle 500 luksi. </a:t>
            </a:r>
            <a:endParaRPr lang="et-EE" dirty="0">
              <a:ea typeface="Verdana"/>
            </a:endParaRPr>
          </a:p>
          <a:p>
            <a:pPr lvl="1"/>
            <a:r>
              <a:rPr lang="et-EE" dirty="0"/>
              <a:t>Lahenduses kasutada analoogkomponente (st </a:t>
            </a:r>
            <a:r>
              <a:rPr lang="et-EE" dirty="0" err="1"/>
              <a:t>Arduino</a:t>
            </a:r>
            <a:r>
              <a:rPr lang="et-EE" dirty="0"/>
              <a:t> </a:t>
            </a:r>
            <a:r>
              <a:rPr lang="et-EE" dirty="0" err="1"/>
              <a:t>Nano</a:t>
            </a:r>
            <a:r>
              <a:rPr lang="et-EE" dirty="0"/>
              <a:t> jääb valikust välja). </a:t>
            </a:r>
            <a:endParaRPr lang="et-EE" dirty="0">
              <a:ea typeface="Verdana"/>
            </a:endParaRPr>
          </a:p>
          <a:p>
            <a:pPr lvl="2"/>
            <a:r>
              <a:rPr lang="et-EE" dirty="0"/>
              <a:t>valgustatuse mõõtmine, kohvris oleva fotodioodi sobivus selleks </a:t>
            </a:r>
            <a:endParaRPr lang="et-EE">
              <a:ea typeface="Verdana"/>
            </a:endParaRPr>
          </a:p>
          <a:p>
            <a:pPr lvl="2"/>
            <a:r>
              <a:rPr lang="et-EE" dirty="0"/>
              <a:t>muundur: fotodioodi vool -&gt; pinge </a:t>
            </a:r>
            <a:endParaRPr lang="et-EE" dirty="0">
              <a:ea typeface="Verdana"/>
            </a:endParaRPr>
          </a:p>
          <a:p>
            <a:pPr lvl="2"/>
            <a:r>
              <a:rPr lang="et-EE" dirty="0"/>
              <a:t>valgustatuse näidu tasemete määramine (</a:t>
            </a:r>
            <a:r>
              <a:rPr lang="et-EE" dirty="0" err="1"/>
              <a:t>komparaator</a:t>
            </a:r>
            <a:r>
              <a:rPr lang="et-EE" dirty="0"/>
              <a:t> ehk </a:t>
            </a:r>
            <a:r>
              <a:rPr lang="et-EE" dirty="0" err="1"/>
              <a:t>comparator</a:t>
            </a:r>
            <a:r>
              <a:rPr lang="et-EE" dirty="0"/>
              <a:t>) </a:t>
            </a:r>
            <a:endParaRPr lang="et-EE" dirty="0">
              <a:ea typeface="Verdana"/>
            </a:endParaRPr>
          </a:p>
          <a:p>
            <a:pPr lvl="2"/>
            <a:r>
              <a:rPr lang="et-EE" dirty="0"/>
              <a:t>täpsus võiks jääda +-10% suurusjärku võrreldes valgusmõõtjaga</a:t>
            </a:r>
            <a:endParaRPr lang="et-EE" dirty="0">
              <a:solidFill>
                <a:srgbClr val="332B60"/>
              </a:solidFill>
              <a:ea typeface="Verdana"/>
            </a:endParaRPr>
          </a:p>
          <a:p>
            <a:endParaRPr lang="et-E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9D10C4C-EAC2-4D66-B9F8-E052F2E25BCC}" type="slidenum">
              <a:rPr lang="en-US" altLang="et-EE" smtClean="0"/>
              <a:pPr>
                <a:defRPr/>
              </a:pPr>
              <a:t>3</a:t>
            </a:fld>
            <a:endParaRPr lang="en-US" altLang="et-EE"/>
          </a:p>
        </p:txBody>
      </p:sp>
    </p:spTree>
    <p:extLst>
      <p:ext uri="{BB962C8B-B14F-4D97-AF65-F5344CB8AC3E}">
        <p14:creationId xmlns:p14="http://schemas.microsoft.com/office/powerpoint/2010/main" val="1183216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Erinevused</a:t>
            </a:r>
            <a:r>
              <a:rPr lang="en-US"/>
              <a:t> </a:t>
            </a:r>
            <a:r>
              <a:rPr lang="en-US" err="1"/>
              <a:t>eelmise</a:t>
            </a:r>
            <a:r>
              <a:rPr lang="en-US"/>
              <a:t> </a:t>
            </a:r>
            <a:r>
              <a:rPr lang="en-US" err="1"/>
              <a:t>korraga</a:t>
            </a:r>
            <a:r>
              <a:rPr lang="en-US"/>
              <a:t> </a:t>
            </a:r>
            <a:r>
              <a:rPr lang="en-US" err="1"/>
              <a:t>võrreldes</a:t>
            </a:r>
            <a:r>
              <a:rPr lang="en-US"/>
              <a:t>:</a:t>
            </a:r>
          </a:p>
          <a:p>
            <a:r>
              <a:rPr lang="en-US"/>
              <a:t>1</a:t>
            </a:r>
            <a:r>
              <a:rPr lang="en-US" baseline="30000"/>
              <a:t>st</a:t>
            </a:r>
            <a:r>
              <a:rPr lang="en-US"/>
              <a:t> LED </a:t>
            </a:r>
            <a:r>
              <a:rPr lang="en-US" err="1"/>
              <a:t>isno</a:t>
            </a:r>
            <a:r>
              <a:rPr lang="en-US"/>
              <a:t> longer behind the 4</a:t>
            </a:r>
            <a:r>
              <a:rPr lang="en-US" baseline="30000"/>
              <a:t>th</a:t>
            </a:r>
            <a:r>
              <a:rPr lang="en-US"/>
              <a:t> op-amp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9D10C4C-EAC2-4D66-B9F8-E052F2E25BCC}" type="slidenum">
              <a:rPr lang="en-US" altLang="et-EE" smtClean="0"/>
              <a:pPr>
                <a:defRPr/>
              </a:pPr>
              <a:t>4</a:t>
            </a:fld>
            <a:endParaRPr lang="en-US" altLang="et-EE"/>
          </a:p>
        </p:txBody>
      </p:sp>
    </p:spTree>
    <p:extLst>
      <p:ext uri="{BB962C8B-B14F-4D97-AF65-F5344CB8AC3E}">
        <p14:creationId xmlns:p14="http://schemas.microsoft.com/office/powerpoint/2010/main" val="2450476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aslaid ar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3" t="21094" r="-1" b="21589"/>
          <a:stretch/>
        </p:blipFill>
        <p:spPr>
          <a:xfrm>
            <a:off x="-15499" y="-23247"/>
            <a:ext cx="12207498" cy="4940618"/>
          </a:xfrm>
          <a:prstGeom prst="rect">
            <a:avLst/>
          </a:prstGeom>
        </p:spPr>
      </p:pic>
      <p:grpSp>
        <p:nvGrpSpPr>
          <p:cNvPr id="9" name="Group 8"/>
          <p:cNvGrpSpPr/>
          <p:nvPr userDrawn="1"/>
        </p:nvGrpSpPr>
        <p:grpSpPr>
          <a:xfrm>
            <a:off x="0" y="1965075"/>
            <a:ext cx="12192000" cy="4892925"/>
            <a:chOff x="-1" y="1965075"/>
            <a:chExt cx="12192000" cy="4892925"/>
          </a:xfrm>
        </p:grpSpPr>
        <p:sp>
          <p:nvSpPr>
            <p:cNvPr id="10" name="Freeform 9"/>
            <p:cNvSpPr/>
            <p:nvPr userDrawn="1"/>
          </p:nvSpPr>
          <p:spPr>
            <a:xfrm>
              <a:off x="-1" y="3312687"/>
              <a:ext cx="12192000" cy="3545313"/>
            </a:xfrm>
            <a:custGeom>
              <a:avLst/>
              <a:gdLst>
                <a:gd name="connsiteX0" fmla="*/ 986101 w 12192000"/>
                <a:gd name="connsiteY0" fmla="*/ 0 h 3545313"/>
                <a:gd name="connsiteX1" fmla="*/ 12192000 w 12192000"/>
                <a:gd name="connsiteY1" fmla="*/ 0 h 3545313"/>
                <a:gd name="connsiteX2" fmla="*/ 12192000 w 12192000"/>
                <a:gd name="connsiteY2" fmla="*/ 510802 h 3545313"/>
                <a:gd name="connsiteX3" fmla="*/ 12192000 w 12192000"/>
                <a:gd name="connsiteY3" fmla="*/ 1543258 h 3545313"/>
                <a:gd name="connsiteX4" fmla="*/ 12192000 w 12192000"/>
                <a:gd name="connsiteY4" fmla="*/ 3545313 h 3545313"/>
                <a:gd name="connsiteX5" fmla="*/ 986101 w 12192000"/>
                <a:gd name="connsiteY5" fmla="*/ 3545313 h 3545313"/>
                <a:gd name="connsiteX6" fmla="*/ 475299 w 12192000"/>
                <a:gd name="connsiteY6" fmla="*/ 3545313 h 3545313"/>
                <a:gd name="connsiteX7" fmla="*/ 0 w 12192000"/>
                <a:gd name="connsiteY7" fmla="*/ 3545313 h 3545313"/>
                <a:gd name="connsiteX8" fmla="*/ 0 w 12192000"/>
                <a:gd name="connsiteY8" fmla="*/ 1543258 h 3545313"/>
                <a:gd name="connsiteX9" fmla="*/ 475299 w 12192000"/>
                <a:gd name="connsiteY9" fmla="*/ 1543258 h 3545313"/>
                <a:gd name="connsiteX10" fmla="*/ 475299 w 12192000"/>
                <a:gd name="connsiteY10" fmla="*/ 510802 h 3545313"/>
                <a:gd name="connsiteX11" fmla="*/ 986101 w 12192000"/>
                <a:gd name="connsiteY11" fmla="*/ 510802 h 3545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3545313">
                  <a:moveTo>
                    <a:pt x="986101" y="0"/>
                  </a:moveTo>
                  <a:lnTo>
                    <a:pt x="12192000" y="0"/>
                  </a:lnTo>
                  <a:lnTo>
                    <a:pt x="12192000" y="510802"/>
                  </a:lnTo>
                  <a:lnTo>
                    <a:pt x="12192000" y="1543258"/>
                  </a:lnTo>
                  <a:lnTo>
                    <a:pt x="12192000" y="3545313"/>
                  </a:lnTo>
                  <a:lnTo>
                    <a:pt x="986101" y="3545313"/>
                  </a:lnTo>
                  <a:lnTo>
                    <a:pt x="475299" y="3545313"/>
                  </a:lnTo>
                  <a:lnTo>
                    <a:pt x="0" y="3545313"/>
                  </a:lnTo>
                  <a:lnTo>
                    <a:pt x="0" y="1543258"/>
                  </a:lnTo>
                  <a:lnTo>
                    <a:pt x="475299" y="1543258"/>
                  </a:lnTo>
                  <a:lnTo>
                    <a:pt x="475299" y="510802"/>
                  </a:lnTo>
                  <a:lnTo>
                    <a:pt x="986101" y="5108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13" name="Picture 3" descr="C:\Users\ipihu\Desktop\logo.png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86800" y="1965075"/>
              <a:ext cx="2449513" cy="1371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7" name="Picture 3" descr="C:\Users\ipihu\Desktop\logo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1966097"/>
            <a:ext cx="2449513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0" y="-9921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1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942276" y="4472120"/>
            <a:ext cx="8892396" cy="8528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200" b="1" i="0" cap="all" baseline="0">
                <a:solidFill>
                  <a:schemeClr val="accent3"/>
                </a:solidFill>
                <a:latin typeface="Verdana" charset="0"/>
              </a:defRPr>
            </a:lvl1pPr>
          </a:lstStyle>
          <a:p>
            <a:r>
              <a:rPr lang="et-EE" sz="3600"/>
              <a:t>Presentatsiooni Pealkiri</a:t>
            </a:r>
            <a:endParaRPr lang="et-EE" sz="3600">
              <a:solidFill>
                <a:schemeClr val="accent1"/>
              </a:solidFill>
            </a:endParaRP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13" hasCustomPrompt="1"/>
          </p:nvPr>
        </p:nvSpPr>
        <p:spPr>
          <a:xfrm>
            <a:off x="964578" y="5791200"/>
            <a:ext cx="4738535" cy="7827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t-EE" sz="1800"/>
              <a:t>Nimi </a:t>
            </a:r>
            <a:r>
              <a:rPr lang="et-EE" sz="1800" err="1"/>
              <a:t>Nimeste</a:t>
            </a:r>
            <a:br>
              <a:rPr lang="et-EE" sz="1800"/>
            </a:br>
            <a:r>
              <a:rPr lang="et-EE" sz="1800"/>
              <a:t>Teaduskond / instituut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err="1"/>
              <a:t>Tallinna</a:t>
            </a:r>
            <a:r>
              <a:rPr lang="en-US" sz="1800"/>
              <a:t> </a:t>
            </a:r>
            <a:r>
              <a:rPr lang="en-US" sz="1800" err="1"/>
              <a:t>Tehnikaülikool</a:t>
            </a:r>
            <a:endParaRPr lang="et-EE" sz="1800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942276" y="4961733"/>
            <a:ext cx="8892396" cy="48142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200" b="1" i="0" cap="all" baseline="0">
                <a:solidFill>
                  <a:schemeClr val="accent3"/>
                </a:solidFill>
                <a:latin typeface="Verdana" charset="0"/>
              </a:defRPr>
            </a:lvl1pPr>
          </a:lstStyle>
          <a:p>
            <a:r>
              <a:rPr lang="et-EE" sz="3600">
                <a:solidFill>
                  <a:schemeClr val="accent1"/>
                </a:solidFill>
              </a:rPr>
              <a:t>vajadusel kahel real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2623AA-F127-438E-83EA-5A4B108798A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775767" y="6208816"/>
            <a:ext cx="1916097" cy="365125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chemeClr val="tx2"/>
                </a:solidFill>
                <a:latin typeface="+mn-lt"/>
              </a:defRPr>
            </a:lvl1pPr>
          </a:lstStyle>
          <a:p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580372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4" y="549275"/>
            <a:ext cx="10494517" cy="8108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cap="all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t-EE"/>
              <a:t>Redigeeri juhtslaidi</a:t>
            </a:r>
          </a:p>
          <a:p>
            <a:pPr lvl="0"/>
            <a:r>
              <a:rPr lang="et-EE"/>
              <a:t>Vajadusel kahel real</a:t>
            </a:r>
            <a:endParaRPr lang="en-US"/>
          </a:p>
        </p:txBody>
      </p:sp>
      <p:sp>
        <p:nvSpPr>
          <p:cNvPr id="21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171700" y="1628776"/>
            <a:ext cx="8802242" cy="4140200"/>
          </a:xfrm>
          <a:prstGeom prst="rect">
            <a:avLst/>
          </a:prstGeom>
        </p:spPr>
        <p:txBody>
          <a:bodyPr lIns="0" tIns="0" rIns="0" bIns="0"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lang="en-US" altLang="en-US" sz="1800" smtClean="0">
                <a:solidFill>
                  <a:srgbClr val="332B60"/>
                </a:solidFill>
              </a:defRPr>
            </a:lvl1pPr>
            <a:lvl2pPr marL="742950" indent="-285750">
              <a:buClr>
                <a:srgbClr val="E4067E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2pPr>
            <a:lvl3pPr marL="120015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3pPr>
            <a:lvl4pPr>
              <a:defRPr sz="1800">
                <a:solidFill>
                  <a:srgbClr val="332B60"/>
                </a:solidFill>
              </a:defRPr>
            </a:lvl4pPr>
            <a:lvl5pPr marL="1771650" marR="0" indent="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5pPr>
            <a:lvl6pPr marL="251460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6pPr>
            <a:lvl7pPr>
              <a:defRPr sz="1800">
                <a:solidFill>
                  <a:srgbClr val="332B60"/>
                </a:solidFill>
              </a:defRPr>
            </a:lvl7pPr>
          </a:lstStyle>
          <a:p>
            <a:pPr>
              <a:buClr>
                <a:srgbClr val="E4067E"/>
              </a:buClr>
            </a:pPr>
            <a:r>
              <a:rPr lang="en-US" altLang="en-US" sz="1800">
                <a:solidFill>
                  <a:srgbClr val="332B60"/>
                </a:solidFill>
                <a:latin typeface="+mn-lt"/>
              </a:rPr>
              <a:t>Vivamus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hendrerit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.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Proin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dapibus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.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Praesent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ultrice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ces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nulla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sit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amet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lacus.</a:t>
            </a:r>
          </a:p>
          <a:p>
            <a:pPr lvl="1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sz="1800" err="1">
                <a:solidFill>
                  <a:srgbClr val="332B60"/>
                </a:solidFill>
              </a:rPr>
              <a:t>Ut</a:t>
            </a:r>
            <a:r>
              <a:rPr lang="en-US" altLang="en-US" sz="1800">
                <a:solidFill>
                  <a:srgbClr val="332B60"/>
                </a:solidFill>
              </a:rPr>
              <a:t> vitae </a:t>
            </a:r>
            <a:r>
              <a:rPr lang="en-US" altLang="en-US" sz="1800" err="1">
                <a:solidFill>
                  <a:srgbClr val="332B60"/>
                </a:solidFill>
              </a:rPr>
              <a:t>nunc</a:t>
            </a:r>
            <a:r>
              <a:rPr lang="en-US" altLang="en-US" sz="1800">
                <a:solidFill>
                  <a:srgbClr val="332B60"/>
                </a:solidFill>
              </a:rPr>
              <a:t> non </a:t>
            </a:r>
            <a:r>
              <a:rPr lang="en-US" altLang="en-US" sz="1800" err="1">
                <a:solidFill>
                  <a:srgbClr val="332B60"/>
                </a:solidFill>
              </a:rPr>
              <a:t>pede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tristique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sagittis</a:t>
            </a:r>
            <a:r>
              <a:rPr lang="en-US" altLang="en-US" sz="1800">
                <a:solidFill>
                  <a:srgbClr val="332B60"/>
                </a:solidFill>
              </a:rPr>
              <a:t>. </a:t>
            </a:r>
            <a:r>
              <a:rPr lang="en-US" altLang="en-US" sz="1800" err="1">
                <a:solidFill>
                  <a:srgbClr val="332B60"/>
                </a:solidFill>
              </a:rPr>
              <a:t>Aliquam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imperdiet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elit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vel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justo</a:t>
            </a:r>
            <a:r>
              <a:rPr lang="en-US" altLang="en-US" sz="1800">
                <a:solidFill>
                  <a:srgbClr val="332B60"/>
                </a:solidFill>
              </a:rPr>
              <a:t>. </a:t>
            </a:r>
          </a:p>
          <a:p>
            <a:pPr lvl="2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sz="1800" err="1">
                <a:solidFill>
                  <a:srgbClr val="332B60"/>
                </a:solidFill>
              </a:rPr>
              <a:t>Quisque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porttitor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imperiandiet</a:t>
            </a:r>
            <a:r>
              <a:rPr lang="en-US" altLang="en-US" sz="1800">
                <a:solidFill>
                  <a:srgbClr val="332B60"/>
                </a:solidFill>
              </a:rPr>
              <a:t> qua.</a:t>
            </a:r>
          </a:p>
          <a:p>
            <a:pPr lvl="3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err="1">
                <a:solidFill>
                  <a:srgbClr val="332B60"/>
                </a:solidFill>
              </a:rPr>
              <a:t>Phasellus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vel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lectus</a:t>
            </a:r>
            <a:r>
              <a:rPr lang="en-US" altLang="en-US">
                <a:solidFill>
                  <a:srgbClr val="332B60"/>
                </a:solidFill>
              </a:rPr>
              <a:t> at </a:t>
            </a:r>
            <a:r>
              <a:rPr lang="en-US" altLang="en-US" err="1">
                <a:solidFill>
                  <a:srgbClr val="332B60"/>
                </a:solidFill>
              </a:rPr>
              <a:t>orci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ornare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ultrices</a:t>
            </a:r>
            <a:r>
              <a:rPr lang="en-US" altLang="en-US">
                <a:solidFill>
                  <a:srgbClr val="332B60"/>
                </a:solidFill>
              </a:rPr>
              <a:t>. Viva </a:t>
            </a:r>
            <a:r>
              <a:rPr lang="en-US" altLang="en-US" err="1">
                <a:solidFill>
                  <a:srgbClr val="332B60"/>
                </a:solidFill>
              </a:rPr>
              <a:t>etmus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justo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est</a:t>
            </a:r>
            <a:r>
              <a:rPr lang="en-US" altLang="en-US">
                <a:solidFill>
                  <a:srgbClr val="332B60"/>
                </a:solidFill>
              </a:rPr>
              <a:t>, </a:t>
            </a:r>
            <a:r>
              <a:rPr lang="en-US" altLang="en-US" err="1">
                <a:solidFill>
                  <a:srgbClr val="332B60"/>
                </a:solidFill>
              </a:rPr>
              <a:t>vulputate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eu</a:t>
            </a:r>
            <a:r>
              <a:rPr lang="et-EE" altLang="en-US">
                <a:solidFill>
                  <a:srgbClr val="332B60"/>
                </a:solidFill>
              </a:rPr>
              <a:t>.</a:t>
            </a:r>
          </a:p>
          <a:p>
            <a:pPr lvl="4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err="1">
                <a:solidFill>
                  <a:srgbClr val="332B60"/>
                </a:solidFill>
              </a:rPr>
              <a:t>Phasellus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vel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lectus</a:t>
            </a:r>
            <a:r>
              <a:rPr lang="en-US" altLang="en-US">
                <a:solidFill>
                  <a:srgbClr val="332B60"/>
                </a:solidFill>
              </a:rPr>
              <a:t> at </a:t>
            </a:r>
            <a:r>
              <a:rPr lang="en-US" altLang="en-US" err="1">
                <a:solidFill>
                  <a:srgbClr val="332B60"/>
                </a:solidFill>
              </a:rPr>
              <a:t>orci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ornare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ultrices</a:t>
            </a:r>
            <a:r>
              <a:rPr lang="en-US" altLang="en-US">
                <a:solidFill>
                  <a:srgbClr val="332B60"/>
                </a:solidFill>
              </a:rPr>
              <a:t>. Viva </a:t>
            </a:r>
            <a:r>
              <a:rPr lang="en-US" altLang="en-US" err="1">
                <a:solidFill>
                  <a:srgbClr val="332B60"/>
                </a:solidFill>
              </a:rPr>
              <a:t>etmus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justo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est</a:t>
            </a:r>
            <a:r>
              <a:rPr lang="en-US" altLang="en-US">
                <a:solidFill>
                  <a:srgbClr val="332B60"/>
                </a:solidFill>
              </a:rPr>
              <a:t>, </a:t>
            </a:r>
            <a:r>
              <a:rPr lang="en-US" altLang="en-US" err="1">
                <a:solidFill>
                  <a:srgbClr val="332B60"/>
                </a:solidFill>
              </a:rPr>
              <a:t>vulputate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eu</a:t>
            </a:r>
            <a:r>
              <a:rPr lang="et-EE" altLang="en-US">
                <a:solidFill>
                  <a:srgbClr val="332B60"/>
                </a:solidFill>
              </a:rPr>
              <a:t>.</a:t>
            </a:r>
          </a:p>
          <a:p>
            <a:pPr lvl="5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err="1">
                <a:solidFill>
                  <a:srgbClr val="332B60"/>
                </a:solidFill>
              </a:rPr>
              <a:t>Phasellus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vel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lectus</a:t>
            </a:r>
            <a:r>
              <a:rPr lang="en-US" altLang="en-US">
                <a:solidFill>
                  <a:srgbClr val="332B60"/>
                </a:solidFill>
              </a:rPr>
              <a:t> at </a:t>
            </a:r>
            <a:r>
              <a:rPr lang="en-US" altLang="en-US" err="1">
                <a:solidFill>
                  <a:srgbClr val="332B60"/>
                </a:solidFill>
              </a:rPr>
              <a:t>orci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ornare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ultrices</a:t>
            </a:r>
            <a:r>
              <a:rPr lang="en-US" altLang="en-US">
                <a:solidFill>
                  <a:srgbClr val="332B60"/>
                </a:solidFill>
              </a:rPr>
              <a:t>. Viva </a:t>
            </a:r>
            <a:r>
              <a:rPr lang="en-US" altLang="en-US" err="1">
                <a:solidFill>
                  <a:srgbClr val="332B60"/>
                </a:solidFill>
              </a:rPr>
              <a:t>etmus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justo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est</a:t>
            </a:r>
            <a:r>
              <a:rPr lang="en-US" altLang="en-US">
                <a:solidFill>
                  <a:srgbClr val="332B60"/>
                </a:solidFill>
              </a:rPr>
              <a:t>, </a:t>
            </a:r>
            <a:r>
              <a:rPr lang="en-US" altLang="en-US" err="1">
                <a:solidFill>
                  <a:srgbClr val="332B60"/>
                </a:solidFill>
              </a:rPr>
              <a:t>vulputate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eu</a:t>
            </a:r>
            <a:r>
              <a:rPr lang="et-EE" altLang="en-US">
                <a:solidFill>
                  <a:srgbClr val="332B60"/>
                </a:solidFill>
              </a:rPr>
              <a:t>.</a:t>
            </a:r>
            <a:endParaRPr lang="en-US" altLang="en-US">
              <a:solidFill>
                <a:srgbClr val="332B60"/>
              </a:solidFill>
            </a:endParaRPr>
          </a:p>
          <a:p>
            <a:pPr>
              <a:buClr>
                <a:srgbClr val="E4067E"/>
              </a:buClr>
            </a:pPr>
            <a:r>
              <a:rPr lang="et-EE" altLang="en-US" sz="1800">
                <a:solidFill>
                  <a:srgbClr val="332B60"/>
                </a:solidFill>
                <a:latin typeface="+mn-lt"/>
              </a:rPr>
              <a:t>B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ibendum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hendrerit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,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rutrum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ut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,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turpis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.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Sed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velit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. </a:t>
            </a:r>
          </a:p>
          <a:p>
            <a:pPr lvl="1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sz="1800" err="1">
                <a:solidFill>
                  <a:srgbClr val="332B60"/>
                </a:solidFill>
              </a:rPr>
              <a:t>Sed</a:t>
            </a:r>
            <a:r>
              <a:rPr lang="en-US" altLang="en-US" sz="1800">
                <a:solidFill>
                  <a:srgbClr val="332B60"/>
                </a:solidFill>
              </a:rPr>
              <a:t> semper </a:t>
            </a:r>
            <a:r>
              <a:rPr lang="en-US" altLang="en-US" sz="1800" err="1">
                <a:solidFill>
                  <a:srgbClr val="332B60"/>
                </a:solidFill>
              </a:rPr>
              <a:t>augue</a:t>
            </a:r>
            <a:r>
              <a:rPr lang="en-US" altLang="en-US" sz="1800">
                <a:solidFill>
                  <a:srgbClr val="332B60"/>
                </a:solidFill>
              </a:rPr>
              <a:t>.</a:t>
            </a:r>
          </a:p>
          <a:p>
            <a:pPr marL="2514600" marR="0" lvl="5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t-EE"/>
          </a:p>
          <a:p>
            <a:pPr marL="2057400" marR="0" lvl="4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t-EE"/>
          </a:p>
          <a:p>
            <a:pPr lvl="2"/>
            <a:endParaRPr lang="et-EE"/>
          </a:p>
          <a:p>
            <a:pPr lvl="0"/>
            <a:endParaRPr lang="et-EE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0B6D22-8E33-087D-58B0-A64C96D7A3B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1767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026" userDrawn="1">
          <p15:clr>
            <a:srgbClr val="FBAE40"/>
          </p15:clr>
        </p15:guide>
        <p15:guide id="3" pos="136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ja gra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549275"/>
            <a:ext cx="10494517" cy="80277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cap="all" baseline="0">
                <a:solidFill>
                  <a:srgbClr val="332B60"/>
                </a:solidFill>
                <a:latin typeface="Verdana" charset="0"/>
              </a:defRPr>
            </a:lvl1pPr>
            <a:lvl2pPr>
              <a:defRPr sz="2500"/>
            </a:lvl2pPr>
          </a:lstStyle>
          <a:p>
            <a:pPr lvl="0"/>
            <a:r>
              <a:rPr lang="et-EE"/>
              <a:t>Redigeeri juhtslaidi</a:t>
            </a:r>
          </a:p>
          <a:p>
            <a:pPr lvl="0"/>
            <a:r>
              <a:rPr lang="et-EE"/>
              <a:t>Vajadusel kahel real</a:t>
            </a:r>
            <a:endParaRPr lang="en-US"/>
          </a:p>
        </p:txBody>
      </p:sp>
      <p:sp>
        <p:nvSpPr>
          <p:cNvPr id="14" name="Chart Placeholder 13"/>
          <p:cNvSpPr>
            <a:spLocks noGrp="1"/>
          </p:cNvSpPr>
          <p:nvPr>
            <p:ph type="chart" sz="quarter" idx="15"/>
          </p:nvPr>
        </p:nvSpPr>
        <p:spPr>
          <a:xfrm>
            <a:off x="2183498" y="3244275"/>
            <a:ext cx="8790444" cy="253088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/>
            <a:r>
              <a:rPr lang="en-US" noProof="0"/>
              <a:t>Click icon to add chart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6"/>
          </p:nvPr>
        </p:nvSpPr>
        <p:spPr>
          <a:xfrm>
            <a:off x="2171700" y="2144993"/>
            <a:ext cx="8790444" cy="901807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buClr>
                <a:srgbClr val="E4067E"/>
              </a:buClr>
              <a:buFont typeface="Wingdings" panose="05000000000000000000" pitchFamily="2" charset="2"/>
              <a:buChar char="§"/>
              <a:defRPr sz="1800" baseline="0">
                <a:solidFill>
                  <a:srgbClr val="332B60"/>
                </a:solidFill>
                <a:latin typeface="Verdana" charset="0"/>
              </a:defRPr>
            </a:lvl1pPr>
            <a:lvl2pPr marL="742950" indent="-285750">
              <a:buClr>
                <a:srgbClr val="E4067E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2pPr>
            <a:lvl3pPr marL="1143000" indent="-228600">
              <a:buClr>
                <a:srgbClr val="E4067E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3pPr>
            <a:lvl4pPr marL="1371600" indent="0">
              <a:buFont typeface="Verdana" panose="020B0604030504040204" pitchFamily="34" charset="0"/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2171700" y="1628776"/>
            <a:ext cx="8790444" cy="41366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1800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A13D0F-1F42-8B6D-EC1F-C4A1E322837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24216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026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4" y="549275"/>
            <a:ext cx="10656887" cy="810887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cap="all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t-EE"/>
              <a:t>Redigeeri juhtslaidi</a:t>
            </a:r>
          </a:p>
          <a:p>
            <a:pPr lvl="0"/>
            <a:r>
              <a:rPr lang="et-EE"/>
              <a:t>Vajadusel kahel real</a:t>
            </a:r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2171700" y="1628776"/>
            <a:ext cx="8964612" cy="388032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2171700" y="2196270"/>
            <a:ext cx="8964613" cy="3572706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Text Placeholder 1"/>
          <p:cNvSpPr txBox="1">
            <a:spLocks/>
          </p:cNvSpPr>
          <p:nvPr userDrawn="1"/>
        </p:nvSpPr>
        <p:spPr>
          <a:xfrm>
            <a:off x="1836653" y="5972632"/>
            <a:ext cx="2761100" cy="17513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kern="1200" cap="all" baseline="0">
                <a:solidFill>
                  <a:schemeClr val="accent2"/>
                </a:solidFill>
                <a:latin typeface="Verdana" charset="0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t-EE" altLang="en-US" sz="1200" b="0"/>
              <a:t>TALLINNA TEHNIKAÜLIKOOL</a:t>
            </a:r>
            <a:endParaRPr lang="en-US" altLang="en-US" sz="1200" b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1698624" y="5775158"/>
            <a:ext cx="0" cy="57008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06DD6B-0F39-C71F-7DB3-8CBDB9E28D3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5592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97" userDrawn="1">
          <p15:clr>
            <a:srgbClr val="FBAE40"/>
          </p15:clr>
        </p15:guide>
        <p15:guide id="3" orient="horz" pos="102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ja graafi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549275"/>
            <a:ext cx="6109380" cy="75522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cap="all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t-EE"/>
              <a:t>Redigeeri juhtslaidi</a:t>
            </a:r>
          </a:p>
          <a:p>
            <a:pPr lvl="0"/>
            <a:r>
              <a:rPr lang="et-EE"/>
              <a:t>Vajadusel kahel real</a:t>
            </a:r>
            <a:endParaRPr lang="en-US"/>
          </a:p>
        </p:txBody>
      </p:sp>
      <p:sp>
        <p:nvSpPr>
          <p:cNvPr id="12" name="Chart Placeholder 13"/>
          <p:cNvSpPr>
            <a:spLocks noGrp="1"/>
          </p:cNvSpPr>
          <p:nvPr>
            <p:ph type="chart" sz="quarter" idx="15"/>
          </p:nvPr>
        </p:nvSpPr>
        <p:spPr>
          <a:xfrm>
            <a:off x="6888163" y="549276"/>
            <a:ext cx="4248151" cy="52197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Click icon to add chart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2171700" y="1628776"/>
            <a:ext cx="4351731" cy="4140199"/>
          </a:xfrm>
          <a:prstGeom prst="rect">
            <a:avLst/>
          </a:prstGeom>
        </p:spPr>
        <p:txBody>
          <a:bodyPr lIns="0" tIns="0" rIns="0" bIns="0"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 baseline="0">
                <a:solidFill>
                  <a:srgbClr val="332B60"/>
                </a:solidFill>
                <a:latin typeface="Verdana" charset="0"/>
              </a:defRPr>
            </a:lvl1pPr>
            <a:lvl2pPr marL="685800" indent="-228600">
              <a:buClr>
                <a:srgbClr val="E4067E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2pPr>
            <a:lvl3pPr marL="1143000" indent="-228600">
              <a:buClr>
                <a:srgbClr val="E4067E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3pPr>
            <a:lvl4pPr marL="160020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4pPr>
            <a:lvl5pPr marL="205740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5pPr>
            <a:lvl6pPr marL="251460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6pPr>
            <a:lvl7pPr marL="297180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7pPr>
          </a:lstStyle>
          <a:p>
            <a:pPr lvl="0"/>
            <a:r>
              <a:rPr lang="et-EE"/>
              <a:t>Redigeeri juhtslaidi tekstilaade</a:t>
            </a:r>
          </a:p>
          <a:p>
            <a:pPr lvl="1"/>
            <a:r>
              <a:rPr lang="et-EE"/>
              <a:t>Redigeeri teksti</a:t>
            </a:r>
          </a:p>
          <a:p>
            <a:pPr lvl="2"/>
            <a:r>
              <a:rPr lang="et-EE"/>
              <a:t>Redigeeri teksti</a:t>
            </a:r>
          </a:p>
          <a:p>
            <a:pPr marL="1600200" marR="0" lvl="3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t-EE"/>
              <a:t>Redigeeri teksti</a:t>
            </a:r>
          </a:p>
          <a:p>
            <a:pPr marL="2057400" marR="0" lvl="4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t-EE"/>
              <a:t>Redigeeri teksti</a:t>
            </a:r>
          </a:p>
          <a:p>
            <a:pPr marL="2514600" marR="0" lvl="5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t-EE"/>
              <a:t>Redigeeri teksti</a:t>
            </a:r>
          </a:p>
          <a:p>
            <a:pPr marL="2971800" marR="0" lvl="6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t-EE"/>
              <a:t>Redigeeri teksti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E48F67-02B0-1853-BFBA-6A38AD98A62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7222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3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ja pi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549275"/>
            <a:ext cx="6044006" cy="75522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cap="all" baseline="0">
                <a:solidFill>
                  <a:srgbClr val="332B60"/>
                </a:solidFill>
                <a:latin typeface="Verdana" charset="0"/>
              </a:defRPr>
            </a:lvl1pPr>
            <a:lvl2pPr>
              <a:defRPr sz="2200" b="1" i="0"/>
            </a:lvl2pPr>
          </a:lstStyle>
          <a:p>
            <a:pPr lvl="0"/>
            <a:r>
              <a:rPr lang="et-EE"/>
              <a:t>Redigeeri juhtslaidi</a:t>
            </a:r>
          </a:p>
          <a:p>
            <a:pPr lvl="0"/>
            <a:r>
              <a:rPr lang="et-EE"/>
              <a:t>Vajadusel kahel real</a:t>
            </a:r>
            <a:endParaRPr lang="en-US"/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7"/>
          </p:nvPr>
        </p:nvSpPr>
        <p:spPr>
          <a:xfrm>
            <a:off x="6888163" y="549276"/>
            <a:ext cx="4248151" cy="52197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2171700" y="1628776"/>
            <a:ext cx="4351731" cy="4140199"/>
          </a:xfrm>
          <a:prstGeom prst="rect">
            <a:avLst/>
          </a:prstGeom>
        </p:spPr>
        <p:txBody>
          <a:bodyPr lIns="0" tIns="0" rIns="0" bIns="0"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 baseline="0">
                <a:solidFill>
                  <a:srgbClr val="332B60"/>
                </a:solidFill>
                <a:latin typeface="Verdana" charset="0"/>
              </a:defRPr>
            </a:lvl1pPr>
            <a:lvl2pPr marL="685800" indent="-228600">
              <a:buClr>
                <a:srgbClr val="E4067E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2pPr>
            <a:lvl3pPr marL="1143000" indent="-228600">
              <a:buClr>
                <a:srgbClr val="E4067E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3pPr>
            <a:lvl4pPr marL="160020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4pPr>
            <a:lvl5pPr marL="205740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5pPr>
            <a:lvl6pPr marL="251460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6pPr>
            <a:lvl7pPr marL="297180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7pPr>
          </a:lstStyle>
          <a:p>
            <a:pPr lvl="0"/>
            <a:r>
              <a:rPr lang="et-EE"/>
              <a:t>Redigeeri juhtslaidi tekstilaade</a:t>
            </a:r>
          </a:p>
          <a:p>
            <a:pPr lvl="1"/>
            <a:r>
              <a:rPr lang="et-EE"/>
              <a:t>Redigeeri teksti</a:t>
            </a:r>
          </a:p>
          <a:p>
            <a:pPr lvl="2"/>
            <a:r>
              <a:rPr lang="et-EE"/>
              <a:t>Redigeeri teksti</a:t>
            </a:r>
          </a:p>
          <a:p>
            <a:pPr marL="1600200" marR="0" lvl="3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t-EE"/>
              <a:t>Redigeeri teksti</a:t>
            </a:r>
          </a:p>
          <a:p>
            <a:pPr marL="2057400" marR="0" lvl="4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t-EE"/>
              <a:t>Redigeeri teksti</a:t>
            </a:r>
          </a:p>
          <a:p>
            <a:pPr marL="2514600" marR="0" lvl="5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t-EE"/>
              <a:t>Redigeeri teksti</a:t>
            </a:r>
          </a:p>
          <a:p>
            <a:pPr marL="2971800" marR="0" lvl="6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t-EE"/>
              <a:t>Redigeeri teksti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3454FD-FFC8-BAFE-0D09-F2FE3384C9A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501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3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graafik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2171700" y="5204389"/>
            <a:ext cx="4351731" cy="570769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t-EE"/>
              <a:t>Redigeeri juhtslaidi tekstilaade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558471"/>
            <a:ext cx="10656888" cy="75522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cap="all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t-EE"/>
              <a:t>Redigeeri juhtslaidi</a:t>
            </a:r>
          </a:p>
          <a:p>
            <a:pPr lvl="0"/>
            <a:r>
              <a:rPr lang="et-EE"/>
              <a:t>Vajadusel kahel real</a:t>
            </a:r>
            <a:endParaRPr lang="en-US"/>
          </a:p>
        </p:txBody>
      </p:sp>
      <p:sp>
        <p:nvSpPr>
          <p:cNvPr id="20" name="Text Placeholder 11"/>
          <p:cNvSpPr>
            <a:spLocks noGrp="1"/>
          </p:cNvSpPr>
          <p:nvPr>
            <p:ph type="body" sz="quarter" idx="21"/>
          </p:nvPr>
        </p:nvSpPr>
        <p:spPr>
          <a:xfrm>
            <a:off x="6888164" y="5204389"/>
            <a:ext cx="4248542" cy="570769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22"/>
          </p:nvPr>
        </p:nvSpPr>
        <p:spPr>
          <a:xfrm>
            <a:off x="2171701" y="1628776"/>
            <a:ext cx="4351338" cy="333633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/>
            <a:r>
              <a:rPr lang="en-US" noProof="0"/>
              <a:t>Click icon to add chart</a:t>
            </a:r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23" hasCustomPrompt="1"/>
          </p:nvPr>
        </p:nvSpPr>
        <p:spPr>
          <a:xfrm>
            <a:off x="6888163" y="1628775"/>
            <a:ext cx="4248150" cy="3336331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/>
            <a:r>
              <a:rPr lang="et-EE" noProof="0"/>
              <a:t>Diagrammi lisamiseks klõpsake ikooni</a:t>
            </a:r>
            <a:endParaRPr lang="en-US" noProof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5FEC8B-D324-638C-031D-EFEBA633AE6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0557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m pil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9"/>
          <p:cNvSpPr>
            <a:spLocks noGrp="1"/>
          </p:cNvSpPr>
          <p:nvPr>
            <p:ph type="pic" sz="quarter" idx="17"/>
          </p:nvPr>
        </p:nvSpPr>
        <p:spPr>
          <a:xfrm>
            <a:off x="2171700" y="549276"/>
            <a:ext cx="5109317" cy="52197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19"/>
          <p:cNvSpPr>
            <a:spLocks noGrp="1"/>
          </p:cNvSpPr>
          <p:nvPr>
            <p:ph type="pic" sz="quarter" idx="19"/>
          </p:nvPr>
        </p:nvSpPr>
        <p:spPr>
          <a:xfrm>
            <a:off x="7511753" y="3459344"/>
            <a:ext cx="3624561" cy="2309631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19"/>
          <p:cNvSpPr>
            <a:spLocks noGrp="1"/>
          </p:cNvSpPr>
          <p:nvPr>
            <p:ph type="pic" sz="quarter" idx="20"/>
          </p:nvPr>
        </p:nvSpPr>
        <p:spPr>
          <a:xfrm>
            <a:off x="7511753" y="549275"/>
            <a:ext cx="3624561" cy="2709564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Text Placeholder 1"/>
          <p:cNvSpPr txBox="1">
            <a:spLocks/>
          </p:cNvSpPr>
          <p:nvPr userDrawn="1"/>
        </p:nvSpPr>
        <p:spPr>
          <a:xfrm>
            <a:off x="1836653" y="5972632"/>
            <a:ext cx="2761100" cy="17513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kern="1200" cap="all" baseline="0">
                <a:solidFill>
                  <a:schemeClr val="accent2"/>
                </a:solidFill>
                <a:latin typeface="Verdana" charset="0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t-EE" altLang="en-US" sz="1200" b="0"/>
              <a:t>TALLINNA TEHNIKAÜLIKOOL</a:t>
            </a:r>
            <a:endParaRPr lang="en-US" altLang="en-US" sz="1200" b="0"/>
          </a:p>
        </p:txBody>
      </p:sp>
      <p:cxnSp>
        <p:nvCxnSpPr>
          <p:cNvPr id="6" name="Straight Connector 8"/>
          <p:cNvCxnSpPr/>
          <p:nvPr userDrawn="1"/>
        </p:nvCxnSpPr>
        <p:spPr>
          <a:xfrm>
            <a:off x="1698624" y="5775158"/>
            <a:ext cx="0" cy="57008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D83798-AFD0-2530-847F-148AAAF1033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4787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551545"/>
            <a:ext cx="10656888" cy="836666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cap="all" baseline="0">
                <a:solidFill>
                  <a:srgbClr val="332B60"/>
                </a:solidFill>
                <a:latin typeface="Verdana" charset="0"/>
              </a:defRPr>
            </a:lvl1pPr>
            <a:lvl2pPr>
              <a:defRPr sz="2500" b="1" i="0"/>
            </a:lvl2pPr>
          </a:lstStyle>
          <a:p>
            <a:pPr lvl="0"/>
            <a:r>
              <a:rPr lang="et-EE"/>
              <a:t>Redigeeri juhtslaidi</a:t>
            </a:r>
          </a:p>
          <a:p>
            <a:pPr lvl="0"/>
            <a:r>
              <a:rPr lang="et-EE"/>
              <a:t>Vajadusel kahel real</a:t>
            </a:r>
            <a:endParaRPr lang="en-US"/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23"/>
          </p:nvPr>
        </p:nvSpPr>
        <p:spPr>
          <a:xfrm>
            <a:off x="2171700" y="1628776"/>
            <a:ext cx="8964613" cy="4140200"/>
          </a:xfrm>
          <a:prstGeom prst="rect">
            <a:avLst/>
          </a:prstGeom>
        </p:spPr>
        <p:txBody>
          <a:bodyPr/>
          <a:lstStyle>
            <a:lvl1pPr>
              <a:defRPr sz="1800" baseline="0">
                <a:solidFill>
                  <a:schemeClr val="bg1"/>
                </a:solidFill>
                <a:latin typeface="Verdana" charset="0"/>
              </a:defRPr>
            </a:lvl1pPr>
          </a:lstStyle>
          <a:p>
            <a:pPr lvl="0"/>
            <a:r>
              <a:rPr lang="en-US" noProof="0"/>
              <a:t>Click icon to add table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6A3FD1-25CC-CD30-46D7-FEE38C2478D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9663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549275"/>
            <a:ext cx="10656886" cy="84441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cap="all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t-EE"/>
              <a:t>Redigeeri juhtslaidi</a:t>
            </a:r>
          </a:p>
          <a:p>
            <a:pPr lvl="0"/>
            <a:r>
              <a:rPr lang="et-EE"/>
              <a:t>Vajadusel kahel real</a:t>
            </a:r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171700" y="1628775"/>
            <a:ext cx="8964612" cy="627315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t-EE"/>
              <a:t>Redigeeri juhtslaidi tekstilaade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2171700" y="2491176"/>
            <a:ext cx="8964611" cy="32778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Text Placeholder 1"/>
          <p:cNvSpPr txBox="1">
            <a:spLocks/>
          </p:cNvSpPr>
          <p:nvPr userDrawn="1"/>
        </p:nvSpPr>
        <p:spPr>
          <a:xfrm>
            <a:off x="1836653" y="5972632"/>
            <a:ext cx="2761100" cy="17513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kern="1200" cap="all" baseline="0">
                <a:solidFill>
                  <a:schemeClr val="accent2"/>
                </a:solidFill>
                <a:latin typeface="Verdana" charset="0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t-EE" altLang="en-US" sz="1200" b="0"/>
              <a:t>TALLINNA TEHNIKAÜLIKOOL</a:t>
            </a:r>
            <a:endParaRPr lang="en-US" altLang="en-US" sz="1200" b="0"/>
          </a:p>
        </p:txBody>
      </p:sp>
      <p:cxnSp>
        <p:nvCxnSpPr>
          <p:cNvPr id="6" name="Straight Connector 8"/>
          <p:cNvCxnSpPr/>
          <p:nvPr userDrawn="1"/>
        </p:nvCxnSpPr>
        <p:spPr>
          <a:xfrm>
            <a:off x="1698624" y="5775158"/>
            <a:ext cx="0" cy="57008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42B157-9E90-41FB-413C-6E93B457747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2270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hesl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3" t="21094" r="-1" b="21589"/>
          <a:stretch/>
        </p:blipFill>
        <p:spPr>
          <a:xfrm>
            <a:off x="-15499" y="-23247"/>
            <a:ext cx="12207498" cy="4940618"/>
          </a:xfrm>
          <a:prstGeom prst="rect">
            <a:avLst/>
          </a:prstGeom>
        </p:spPr>
      </p:pic>
      <p:grpSp>
        <p:nvGrpSpPr>
          <p:cNvPr id="2" name="Group 1"/>
          <p:cNvGrpSpPr/>
          <p:nvPr userDrawn="1"/>
        </p:nvGrpSpPr>
        <p:grpSpPr>
          <a:xfrm>
            <a:off x="-1" y="1965075"/>
            <a:ext cx="12192000" cy="4892925"/>
            <a:chOff x="-1" y="1965075"/>
            <a:chExt cx="12192000" cy="4892925"/>
          </a:xfrm>
        </p:grpSpPr>
        <p:sp>
          <p:nvSpPr>
            <p:cNvPr id="7" name="Freeform 6"/>
            <p:cNvSpPr/>
            <p:nvPr userDrawn="1"/>
          </p:nvSpPr>
          <p:spPr>
            <a:xfrm>
              <a:off x="-1" y="3312687"/>
              <a:ext cx="12192000" cy="3545313"/>
            </a:xfrm>
            <a:custGeom>
              <a:avLst/>
              <a:gdLst>
                <a:gd name="connsiteX0" fmla="*/ 986101 w 12192000"/>
                <a:gd name="connsiteY0" fmla="*/ 0 h 3545313"/>
                <a:gd name="connsiteX1" fmla="*/ 12192000 w 12192000"/>
                <a:gd name="connsiteY1" fmla="*/ 0 h 3545313"/>
                <a:gd name="connsiteX2" fmla="*/ 12192000 w 12192000"/>
                <a:gd name="connsiteY2" fmla="*/ 510802 h 3545313"/>
                <a:gd name="connsiteX3" fmla="*/ 12192000 w 12192000"/>
                <a:gd name="connsiteY3" fmla="*/ 1543258 h 3545313"/>
                <a:gd name="connsiteX4" fmla="*/ 12192000 w 12192000"/>
                <a:gd name="connsiteY4" fmla="*/ 3545313 h 3545313"/>
                <a:gd name="connsiteX5" fmla="*/ 986101 w 12192000"/>
                <a:gd name="connsiteY5" fmla="*/ 3545313 h 3545313"/>
                <a:gd name="connsiteX6" fmla="*/ 475299 w 12192000"/>
                <a:gd name="connsiteY6" fmla="*/ 3545313 h 3545313"/>
                <a:gd name="connsiteX7" fmla="*/ 0 w 12192000"/>
                <a:gd name="connsiteY7" fmla="*/ 3545313 h 3545313"/>
                <a:gd name="connsiteX8" fmla="*/ 0 w 12192000"/>
                <a:gd name="connsiteY8" fmla="*/ 1543258 h 3545313"/>
                <a:gd name="connsiteX9" fmla="*/ 475299 w 12192000"/>
                <a:gd name="connsiteY9" fmla="*/ 1543258 h 3545313"/>
                <a:gd name="connsiteX10" fmla="*/ 475299 w 12192000"/>
                <a:gd name="connsiteY10" fmla="*/ 510802 h 3545313"/>
                <a:gd name="connsiteX11" fmla="*/ 986101 w 12192000"/>
                <a:gd name="connsiteY11" fmla="*/ 510802 h 3545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3545313">
                  <a:moveTo>
                    <a:pt x="986101" y="0"/>
                  </a:moveTo>
                  <a:lnTo>
                    <a:pt x="12192000" y="0"/>
                  </a:lnTo>
                  <a:lnTo>
                    <a:pt x="12192000" y="510802"/>
                  </a:lnTo>
                  <a:lnTo>
                    <a:pt x="12192000" y="1543258"/>
                  </a:lnTo>
                  <a:lnTo>
                    <a:pt x="12192000" y="3545313"/>
                  </a:lnTo>
                  <a:lnTo>
                    <a:pt x="986101" y="3545313"/>
                  </a:lnTo>
                  <a:lnTo>
                    <a:pt x="475299" y="3545313"/>
                  </a:lnTo>
                  <a:lnTo>
                    <a:pt x="0" y="3545313"/>
                  </a:lnTo>
                  <a:lnTo>
                    <a:pt x="0" y="1543258"/>
                  </a:lnTo>
                  <a:lnTo>
                    <a:pt x="475299" y="1543258"/>
                  </a:lnTo>
                  <a:lnTo>
                    <a:pt x="475299" y="510802"/>
                  </a:lnTo>
                  <a:lnTo>
                    <a:pt x="986101" y="5108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8" name="Picture 3" descr="C:\Users\ipihu\Desktop\logo.png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86800" y="1965075"/>
              <a:ext cx="2449513" cy="1371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" name="Text Placeholder 19"/>
          <p:cNvSpPr>
            <a:spLocks noGrp="1"/>
          </p:cNvSpPr>
          <p:nvPr>
            <p:ph type="body" sz="quarter" idx="11" hasCustomPrompt="1"/>
          </p:nvPr>
        </p:nvSpPr>
        <p:spPr>
          <a:xfrm>
            <a:off x="982403" y="4797922"/>
            <a:ext cx="10159444" cy="199612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200" b="1" cap="all" baseline="0">
                <a:solidFill>
                  <a:schemeClr val="accent3"/>
                </a:solidFill>
                <a:latin typeface="Verdana" charset="0"/>
              </a:defRPr>
            </a:lvl1pPr>
            <a:lvl2pPr marL="0" indent="0">
              <a:spcBef>
                <a:spcPts val="1000"/>
              </a:spcBef>
              <a:buFontTx/>
              <a:buNone/>
              <a:defRPr sz="1600" b="0">
                <a:solidFill>
                  <a:schemeClr val="accent2"/>
                </a:solidFill>
              </a:defRPr>
            </a:lvl2pPr>
          </a:lstStyle>
          <a:p>
            <a:r>
              <a:rPr lang="et-EE" altLang="en-US" sz="2900" err="1">
                <a:solidFill>
                  <a:schemeClr val="tx2"/>
                </a:solidFill>
              </a:rPr>
              <a:t>VaheSLAIDI</a:t>
            </a:r>
            <a:r>
              <a:rPr lang="et-EE" altLang="en-US" sz="2900">
                <a:solidFill>
                  <a:schemeClr val="tx2"/>
                </a:solidFill>
              </a:rPr>
              <a:t> pealkiri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t-EE" altLang="en-US" sz="2900">
                <a:solidFill>
                  <a:schemeClr val="accent1"/>
                </a:solidFill>
              </a:rPr>
              <a:t>Vajadusel ka KAHEL või kolmel REAL</a:t>
            </a:r>
            <a:endParaRPr lang="en-US" altLang="en-US" sz="29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68397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imane sl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3" t="21094" r="-1" b="21589"/>
          <a:stretch/>
        </p:blipFill>
        <p:spPr>
          <a:xfrm>
            <a:off x="-15499" y="-23247"/>
            <a:ext cx="12207498" cy="4940618"/>
          </a:xfrm>
          <a:prstGeom prst="rect">
            <a:avLst/>
          </a:prstGeom>
        </p:spPr>
      </p:pic>
      <p:sp>
        <p:nvSpPr>
          <p:cNvPr id="15" name="Freeform 14"/>
          <p:cNvSpPr/>
          <p:nvPr userDrawn="1"/>
        </p:nvSpPr>
        <p:spPr>
          <a:xfrm>
            <a:off x="-1" y="3312687"/>
            <a:ext cx="12192000" cy="3545313"/>
          </a:xfrm>
          <a:custGeom>
            <a:avLst/>
            <a:gdLst>
              <a:gd name="connsiteX0" fmla="*/ 986101 w 12192000"/>
              <a:gd name="connsiteY0" fmla="*/ 0 h 3545313"/>
              <a:gd name="connsiteX1" fmla="*/ 12192000 w 12192000"/>
              <a:gd name="connsiteY1" fmla="*/ 0 h 3545313"/>
              <a:gd name="connsiteX2" fmla="*/ 12192000 w 12192000"/>
              <a:gd name="connsiteY2" fmla="*/ 510802 h 3545313"/>
              <a:gd name="connsiteX3" fmla="*/ 12192000 w 12192000"/>
              <a:gd name="connsiteY3" fmla="*/ 1543258 h 3545313"/>
              <a:gd name="connsiteX4" fmla="*/ 12192000 w 12192000"/>
              <a:gd name="connsiteY4" fmla="*/ 3545313 h 3545313"/>
              <a:gd name="connsiteX5" fmla="*/ 986101 w 12192000"/>
              <a:gd name="connsiteY5" fmla="*/ 3545313 h 3545313"/>
              <a:gd name="connsiteX6" fmla="*/ 475299 w 12192000"/>
              <a:gd name="connsiteY6" fmla="*/ 3545313 h 3545313"/>
              <a:gd name="connsiteX7" fmla="*/ 0 w 12192000"/>
              <a:gd name="connsiteY7" fmla="*/ 3545313 h 3545313"/>
              <a:gd name="connsiteX8" fmla="*/ 0 w 12192000"/>
              <a:gd name="connsiteY8" fmla="*/ 1543258 h 3545313"/>
              <a:gd name="connsiteX9" fmla="*/ 475299 w 12192000"/>
              <a:gd name="connsiteY9" fmla="*/ 1543258 h 3545313"/>
              <a:gd name="connsiteX10" fmla="*/ 475299 w 12192000"/>
              <a:gd name="connsiteY10" fmla="*/ 510802 h 3545313"/>
              <a:gd name="connsiteX11" fmla="*/ 986101 w 12192000"/>
              <a:gd name="connsiteY11" fmla="*/ 510802 h 3545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3545313">
                <a:moveTo>
                  <a:pt x="986101" y="0"/>
                </a:moveTo>
                <a:lnTo>
                  <a:pt x="12192000" y="0"/>
                </a:lnTo>
                <a:lnTo>
                  <a:pt x="12192000" y="510802"/>
                </a:lnTo>
                <a:lnTo>
                  <a:pt x="12192000" y="1543258"/>
                </a:lnTo>
                <a:lnTo>
                  <a:pt x="12192000" y="3545313"/>
                </a:lnTo>
                <a:lnTo>
                  <a:pt x="986101" y="3545313"/>
                </a:lnTo>
                <a:lnTo>
                  <a:pt x="475299" y="3545313"/>
                </a:lnTo>
                <a:lnTo>
                  <a:pt x="0" y="3545313"/>
                </a:lnTo>
                <a:lnTo>
                  <a:pt x="0" y="1543258"/>
                </a:lnTo>
                <a:lnTo>
                  <a:pt x="475299" y="1543258"/>
                </a:lnTo>
                <a:lnTo>
                  <a:pt x="475299" y="510802"/>
                </a:lnTo>
                <a:lnTo>
                  <a:pt x="986101" y="51080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693884" y="1958640"/>
            <a:ext cx="2447645" cy="1370681"/>
          </a:xfrm>
          <a:prstGeom prst="rect">
            <a:avLst/>
          </a:prstGeom>
        </p:spPr>
      </p:pic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0" y="-9921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8" name="Text Placeholder 19"/>
          <p:cNvSpPr>
            <a:spLocks noGrp="1"/>
          </p:cNvSpPr>
          <p:nvPr>
            <p:ph type="body" sz="quarter" idx="11" hasCustomPrompt="1"/>
          </p:nvPr>
        </p:nvSpPr>
        <p:spPr>
          <a:xfrm>
            <a:off x="982403" y="4797922"/>
            <a:ext cx="10159444" cy="163897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200" b="1" cap="all" baseline="0">
                <a:solidFill>
                  <a:srgbClr val="332B60"/>
                </a:solidFill>
                <a:latin typeface="Verdana" charset="0"/>
              </a:defRPr>
            </a:lvl1pPr>
            <a:lvl2pPr marL="0" indent="0">
              <a:spcBef>
                <a:spcPts val="1000"/>
              </a:spcBef>
              <a:buFontTx/>
              <a:buNone/>
              <a:defRPr sz="1600" b="0">
                <a:solidFill>
                  <a:schemeClr val="accent2"/>
                </a:solidFill>
              </a:defRPr>
            </a:lvl2pPr>
          </a:lstStyle>
          <a:p>
            <a:r>
              <a:rPr lang="en-US" altLang="en-US"/>
              <a:t>TALLINN</a:t>
            </a:r>
            <a:r>
              <a:rPr lang="et-EE" altLang="en-US"/>
              <a:t>A</a:t>
            </a:r>
            <a:r>
              <a:rPr lang="en-US" altLang="en-US"/>
              <a:t> </a:t>
            </a:r>
            <a:r>
              <a:rPr lang="et-EE" altLang="en-US"/>
              <a:t>TEHNIKAÜLIKOOL</a:t>
            </a:r>
            <a:endParaRPr lang="en-US" altLang="en-US"/>
          </a:p>
          <a:p>
            <a:r>
              <a:rPr lang="en-US" altLang="en-US" sz="1700" b="0" cap="none" err="1">
                <a:solidFill>
                  <a:schemeClr val="accent2"/>
                </a:solidFill>
              </a:rPr>
              <a:t>Ehitajate</a:t>
            </a:r>
            <a:r>
              <a:rPr lang="en-US" altLang="en-US" sz="1700" b="0" cap="none">
                <a:solidFill>
                  <a:schemeClr val="accent2"/>
                </a:solidFill>
              </a:rPr>
              <a:t> </a:t>
            </a:r>
            <a:r>
              <a:rPr lang="et-EE" altLang="en-US" sz="1700" b="0" cap="none">
                <a:solidFill>
                  <a:schemeClr val="accent2"/>
                </a:solidFill>
              </a:rPr>
              <a:t>tee</a:t>
            </a:r>
            <a:r>
              <a:rPr lang="en-US" altLang="en-US" sz="1700" b="0" cap="none">
                <a:solidFill>
                  <a:schemeClr val="accent2"/>
                </a:solidFill>
              </a:rPr>
              <a:t> 5, 19086 Tallinn</a:t>
            </a:r>
            <a:r>
              <a:rPr lang="et-EE" altLang="en-US" sz="1700" b="0" cap="none">
                <a:solidFill>
                  <a:schemeClr val="accent2"/>
                </a:solidFill>
              </a:rPr>
              <a:t>, </a:t>
            </a:r>
          </a:p>
          <a:p>
            <a:r>
              <a:rPr lang="et-EE" altLang="en-US" sz="1700" b="0" cap="none">
                <a:solidFill>
                  <a:schemeClr val="accent2"/>
                </a:solidFill>
              </a:rPr>
              <a:t>Tel </a:t>
            </a:r>
            <a:r>
              <a:rPr lang="en-US" altLang="en-US" sz="1700" b="0" cap="none">
                <a:solidFill>
                  <a:schemeClr val="accent2"/>
                </a:solidFill>
              </a:rPr>
              <a:t>620 2002 (</a:t>
            </a:r>
            <a:r>
              <a:rPr lang="et-EE" altLang="en-US" sz="1700" b="0" cap="none">
                <a:solidFill>
                  <a:schemeClr val="accent2"/>
                </a:solidFill>
              </a:rPr>
              <a:t>E-R</a:t>
            </a:r>
            <a:r>
              <a:rPr lang="en-US" altLang="en-US" sz="1700" b="0" cap="none">
                <a:solidFill>
                  <a:schemeClr val="accent2"/>
                </a:solidFill>
              </a:rPr>
              <a:t> 8.30–</a:t>
            </a:r>
            <a:r>
              <a:rPr lang="et-EE" altLang="en-US" sz="1700" b="0" cap="none">
                <a:solidFill>
                  <a:schemeClr val="accent2"/>
                </a:solidFill>
              </a:rPr>
              <a:t>17</a:t>
            </a:r>
            <a:r>
              <a:rPr lang="en-US" altLang="en-US" sz="1700" b="0" cap="none">
                <a:solidFill>
                  <a:schemeClr val="accent2"/>
                </a:solidFill>
              </a:rPr>
              <a:t>.00</a:t>
            </a:r>
            <a:r>
              <a:rPr lang="et-EE" altLang="en-US" sz="1700" b="0" cap="none">
                <a:solidFill>
                  <a:schemeClr val="accent2"/>
                </a:solidFill>
              </a:rPr>
              <a:t>)</a:t>
            </a:r>
            <a:endParaRPr lang="en-US" altLang="en-US" sz="1700" cap="none">
              <a:solidFill>
                <a:schemeClr val="accent2"/>
              </a:solidFill>
            </a:endParaRPr>
          </a:p>
          <a:p>
            <a:r>
              <a:rPr lang="en-US" altLang="en-US" sz="1700" cap="none">
                <a:solidFill>
                  <a:schemeClr val="accent2"/>
                </a:solidFill>
                <a:latin typeface="Verdana" panose="020B0604030504040204" pitchFamily="34" charset="0"/>
              </a:rPr>
              <a:t>t</a:t>
            </a:r>
            <a:r>
              <a:rPr lang="et-EE" altLang="en-US" sz="1700" cap="none" err="1">
                <a:solidFill>
                  <a:schemeClr val="accent2"/>
                </a:solidFill>
                <a:latin typeface="Verdana" panose="020B0604030504040204" pitchFamily="34" charset="0"/>
              </a:rPr>
              <a:t>altech</a:t>
            </a:r>
            <a:r>
              <a:rPr lang="en-US" altLang="en-US" sz="1700" cap="none">
                <a:solidFill>
                  <a:schemeClr val="accent2"/>
                </a:solidFill>
                <a:latin typeface="Verdana" panose="020B0604030504040204" pitchFamily="34" charset="0"/>
              </a:rPr>
              <a:t>.</a:t>
            </a:r>
            <a:r>
              <a:rPr lang="en-US" altLang="en-US" sz="1700" cap="none" err="1">
                <a:solidFill>
                  <a:schemeClr val="accent2"/>
                </a:solidFill>
                <a:latin typeface="Verdana" panose="020B0604030504040204" pitchFamily="34" charset="0"/>
              </a:rPr>
              <a:t>ee</a:t>
            </a:r>
            <a:endParaRPr lang="en-US" altLang="en-US" sz="1700" cap="none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5138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lt 3"/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35" t="19052" r="15651" b="26172"/>
          <a:stretch/>
        </p:blipFill>
        <p:spPr>
          <a:xfrm>
            <a:off x="462334" y="5732251"/>
            <a:ext cx="1085205" cy="648000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5E0AB993-4BFC-4F9E-97E1-F2FF3173D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6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</a:t>
            </a:r>
            <a:br>
              <a:rPr lang="et-EE"/>
            </a:br>
            <a:r>
              <a:rPr lang="en-US"/>
              <a:t>TITLE STYLE</a:t>
            </a:r>
            <a:endParaRPr lang="et-E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043F4D-4C1B-412C-914B-5B86DDA7F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96291"/>
            <a:ext cx="10515600" cy="4109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buClr>
                <a:srgbClr val="E4067E"/>
              </a:buClr>
            </a:pP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Vivamus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hendrerit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.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Proin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dapibus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.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Praesent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ultrice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ces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nulla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sit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amet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lacus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.</a:t>
            </a:r>
          </a:p>
          <a:p>
            <a:pPr lvl="1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sz="1800" err="1">
                <a:solidFill>
                  <a:srgbClr val="332B60"/>
                </a:solidFill>
              </a:rPr>
              <a:t>Ut</a:t>
            </a:r>
            <a:r>
              <a:rPr lang="en-US" altLang="en-US" sz="1800">
                <a:solidFill>
                  <a:srgbClr val="332B60"/>
                </a:solidFill>
              </a:rPr>
              <a:t> vitae </a:t>
            </a:r>
            <a:r>
              <a:rPr lang="en-US" altLang="en-US" sz="1800" err="1">
                <a:solidFill>
                  <a:srgbClr val="332B60"/>
                </a:solidFill>
              </a:rPr>
              <a:t>nunc</a:t>
            </a:r>
            <a:r>
              <a:rPr lang="en-US" altLang="en-US" sz="1800">
                <a:solidFill>
                  <a:srgbClr val="332B60"/>
                </a:solidFill>
              </a:rPr>
              <a:t> non </a:t>
            </a:r>
            <a:r>
              <a:rPr lang="en-US" altLang="en-US" sz="1800" err="1">
                <a:solidFill>
                  <a:srgbClr val="332B60"/>
                </a:solidFill>
              </a:rPr>
              <a:t>pede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tristique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sagittis</a:t>
            </a:r>
            <a:r>
              <a:rPr lang="en-US" altLang="en-US" sz="1800">
                <a:solidFill>
                  <a:srgbClr val="332B60"/>
                </a:solidFill>
              </a:rPr>
              <a:t>. </a:t>
            </a:r>
            <a:r>
              <a:rPr lang="en-US" altLang="en-US" sz="1800" err="1">
                <a:solidFill>
                  <a:srgbClr val="332B60"/>
                </a:solidFill>
              </a:rPr>
              <a:t>Aliquam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imperdiet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elit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vel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justo</a:t>
            </a:r>
            <a:r>
              <a:rPr lang="en-US" altLang="en-US" sz="1800">
                <a:solidFill>
                  <a:srgbClr val="332B60"/>
                </a:solidFill>
              </a:rPr>
              <a:t>. </a:t>
            </a:r>
          </a:p>
          <a:p>
            <a:pPr lvl="2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sz="1800" err="1">
                <a:solidFill>
                  <a:srgbClr val="332B60"/>
                </a:solidFill>
              </a:rPr>
              <a:t>Quisque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porttitor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imperiandiet</a:t>
            </a:r>
            <a:r>
              <a:rPr lang="en-US" altLang="en-US" sz="1800">
                <a:solidFill>
                  <a:srgbClr val="332B60"/>
                </a:solidFill>
              </a:rPr>
              <a:t> qua.</a:t>
            </a:r>
          </a:p>
          <a:p>
            <a:pPr lvl="3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err="1">
                <a:solidFill>
                  <a:srgbClr val="332B60"/>
                </a:solidFill>
              </a:rPr>
              <a:t>Phasellus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vel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lectus</a:t>
            </a:r>
            <a:r>
              <a:rPr lang="en-US" altLang="en-US">
                <a:solidFill>
                  <a:srgbClr val="332B60"/>
                </a:solidFill>
              </a:rPr>
              <a:t> at </a:t>
            </a:r>
            <a:r>
              <a:rPr lang="en-US" altLang="en-US" err="1">
                <a:solidFill>
                  <a:srgbClr val="332B60"/>
                </a:solidFill>
              </a:rPr>
              <a:t>orci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ornare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ultrices</a:t>
            </a:r>
            <a:r>
              <a:rPr lang="en-US" altLang="en-US">
                <a:solidFill>
                  <a:srgbClr val="332B60"/>
                </a:solidFill>
              </a:rPr>
              <a:t>. Viva </a:t>
            </a:r>
            <a:r>
              <a:rPr lang="en-US" altLang="en-US" err="1">
                <a:solidFill>
                  <a:srgbClr val="332B60"/>
                </a:solidFill>
              </a:rPr>
              <a:t>etmus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justo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est</a:t>
            </a:r>
            <a:r>
              <a:rPr lang="en-US" altLang="en-US">
                <a:solidFill>
                  <a:srgbClr val="332B60"/>
                </a:solidFill>
              </a:rPr>
              <a:t>, </a:t>
            </a:r>
            <a:r>
              <a:rPr lang="en-US" altLang="en-US" err="1">
                <a:solidFill>
                  <a:srgbClr val="332B60"/>
                </a:solidFill>
              </a:rPr>
              <a:t>vulputate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eu</a:t>
            </a:r>
            <a:r>
              <a:rPr lang="et-EE" altLang="en-US">
                <a:solidFill>
                  <a:srgbClr val="332B60"/>
                </a:solidFill>
              </a:rPr>
              <a:t>.</a:t>
            </a:r>
          </a:p>
          <a:p>
            <a:pPr lvl="4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err="1">
                <a:solidFill>
                  <a:srgbClr val="332B60"/>
                </a:solidFill>
              </a:rPr>
              <a:t>Phasellus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vel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lectus</a:t>
            </a:r>
            <a:r>
              <a:rPr lang="en-US" altLang="en-US">
                <a:solidFill>
                  <a:srgbClr val="332B60"/>
                </a:solidFill>
              </a:rPr>
              <a:t> at </a:t>
            </a:r>
            <a:r>
              <a:rPr lang="en-US" altLang="en-US" err="1">
                <a:solidFill>
                  <a:srgbClr val="332B60"/>
                </a:solidFill>
              </a:rPr>
              <a:t>orci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ornare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ultrices</a:t>
            </a:r>
            <a:r>
              <a:rPr lang="en-US" altLang="en-US">
                <a:solidFill>
                  <a:srgbClr val="332B60"/>
                </a:solidFill>
              </a:rPr>
              <a:t>. Viva </a:t>
            </a:r>
            <a:r>
              <a:rPr lang="en-US" altLang="en-US" err="1">
                <a:solidFill>
                  <a:srgbClr val="332B60"/>
                </a:solidFill>
              </a:rPr>
              <a:t>etmus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justo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est</a:t>
            </a:r>
            <a:r>
              <a:rPr lang="en-US" altLang="en-US">
                <a:solidFill>
                  <a:srgbClr val="332B60"/>
                </a:solidFill>
              </a:rPr>
              <a:t>, </a:t>
            </a:r>
            <a:r>
              <a:rPr lang="en-US" altLang="en-US" err="1">
                <a:solidFill>
                  <a:srgbClr val="332B60"/>
                </a:solidFill>
              </a:rPr>
              <a:t>vulputate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eu</a:t>
            </a:r>
            <a:r>
              <a:rPr lang="et-EE" altLang="en-US">
                <a:solidFill>
                  <a:srgbClr val="332B60"/>
                </a:solidFill>
              </a:rPr>
              <a:t>.</a:t>
            </a:r>
          </a:p>
          <a:p>
            <a:pPr lvl="5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err="1">
                <a:solidFill>
                  <a:srgbClr val="332B60"/>
                </a:solidFill>
              </a:rPr>
              <a:t>Phasellus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vel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lectus</a:t>
            </a:r>
            <a:r>
              <a:rPr lang="en-US" altLang="en-US">
                <a:solidFill>
                  <a:srgbClr val="332B60"/>
                </a:solidFill>
              </a:rPr>
              <a:t> at </a:t>
            </a:r>
            <a:r>
              <a:rPr lang="en-US" altLang="en-US" err="1">
                <a:solidFill>
                  <a:srgbClr val="332B60"/>
                </a:solidFill>
              </a:rPr>
              <a:t>orci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ornare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ultrices</a:t>
            </a:r>
            <a:r>
              <a:rPr lang="en-US" altLang="en-US">
                <a:solidFill>
                  <a:srgbClr val="332B60"/>
                </a:solidFill>
              </a:rPr>
              <a:t>. Viva </a:t>
            </a:r>
            <a:r>
              <a:rPr lang="en-US" altLang="en-US" err="1">
                <a:solidFill>
                  <a:srgbClr val="332B60"/>
                </a:solidFill>
              </a:rPr>
              <a:t>etmus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justo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est</a:t>
            </a:r>
            <a:r>
              <a:rPr lang="en-US" altLang="en-US">
                <a:solidFill>
                  <a:srgbClr val="332B60"/>
                </a:solidFill>
              </a:rPr>
              <a:t>, </a:t>
            </a:r>
            <a:r>
              <a:rPr lang="en-US" altLang="en-US" err="1">
                <a:solidFill>
                  <a:srgbClr val="332B60"/>
                </a:solidFill>
              </a:rPr>
              <a:t>vulputate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eu</a:t>
            </a:r>
            <a:r>
              <a:rPr lang="et-EE" altLang="en-US">
                <a:solidFill>
                  <a:srgbClr val="332B60"/>
                </a:solidFill>
              </a:rPr>
              <a:t>.</a:t>
            </a:r>
            <a:endParaRPr lang="en-US" altLang="en-US">
              <a:solidFill>
                <a:srgbClr val="332B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D826D-25D0-6D00-6235-90DA434EFF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5C5C7E-044F-428A-BBD0-81FB79B3AD79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  <p:sldLayoutId id="2147483915" r:id="rId8"/>
    <p:sldLayoutId id="2147483916" r:id="rId9"/>
    <p:sldLayoutId id="2147483917" r:id="rId10"/>
    <p:sldLayoutId id="2147483919" r:id="rId11"/>
    <p:sldLayoutId id="2147483920" r:id="rId12"/>
  </p:sldLayoutIdLst>
  <p:hf hdr="0" ftr="0" dt="0"/>
  <p:txStyles>
    <p:title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2200" b="1" kern="1200">
          <a:solidFill>
            <a:schemeClr val="tx2"/>
          </a:solidFill>
          <a:latin typeface="+mn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34" userDrawn="1">
          <p15:clr>
            <a:srgbClr val="F26B43"/>
          </p15:clr>
        </p15:guide>
        <p15:guide id="2" pos="302" userDrawn="1">
          <p15:clr>
            <a:srgbClr val="F26B43"/>
          </p15:clr>
        </p15:guide>
        <p15:guide id="3" pos="1368" userDrawn="1">
          <p15:clr>
            <a:srgbClr val="F26B43"/>
          </p15:clr>
        </p15:guide>
        <p15:guide id="4" orient="horz" pos="3997" userDrawn="1">
          <p15:clr>
            <a:srgbClr val="F26B43"/>
          </p15:clr>
        </p15:guide>
        <p15:guide id="5" orient="horz" pos="1026" userDrawn="1">
          <p15:clr>
            <a:srgbClr val="F26B43"/>
          </p15:clr>
        </p15:guide>
        <p15:guide id="6" orient="horz" pos="34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FveSYJQ6pnc?feature=oembed" TargetMode="Externa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i kohatäide 4"/>
          <p:cNvSpPr>
            <a:spLocks noGrp="1"/>
          </p:cNvSpPr>
          <p:nvPr>
            <p:ph type="body" sz="quarter" idx="12"/>
          </p:nvPr>
        </p:nvSpPr>
        <p:spPr>
          <a:xfrm>
            <a:off x="624892" y="3854795"/>
            <a:ext cx="11421966" cy="1545052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t-EE">
                <a:latin typeface="Verdana"/>
                <a:ea typeface="Verdana"/>
              </a:rPr>
              <a:t>G11</a:t>
            </a:r>
          </a:p>
          <a:p>
            <a:r>
              <a:rPr lang="et-EE">
                <a:solidFill>
                  <a:schemeClr val="accent1"/>
                </a:solidFill>
                <a:latin typeface="Verdana"/>
                <a:ea typeface="Verdana"/>
              </a:rPr>
              <a:t>Valgustugevuse mõõtmine fotodioodiga / Arduino Nano digisisendi laiendamine </a:t>
            </a:r>
            <a:endParaRPr lang="et-EE">
              <a:solidFill>
                <a:schemeClr val="accent1"/>
              </a:solidFill>
              <a:ea typeface="Verdana"/>
            </a:endParaRPr>
          </a:p>
        </p:txBody>
      </p:sp>
      <p:sp>
        <p:nvSpPr>
          <p:cNvPr id="14" name="Teksti kohatäide 5"/>
          <p:cNvSpPr>
            <a:spLocks noGrp="1"/>
          </p:cNvSpPr>
          <p:nvPr>
            <p:ph type="body" sz="quarter" idx="13"/>
          </p:nvPr>
        </p:nvSpPr>
        <p:spPr>
          <a:xfrm>
            <a:off x="958720" y="5399847"/>
            <a:ext cx="4335175" cy="1174093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t-EE" sz="1800"/>
              <a:t>Juhendaja: Kaiser Pärnamets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t-EE" sz="1800"/>
              <a:t>Uko Poschlin, Karl Romet de la Torre</a:t>
            </a:r>
            <a:br>
              <a:rPr lang="et-EE" sz="1800">
                <a:solidFill>
                  <a:srgbClr val="332B60"/>
                </a:solidFill>
              </a:rPr>
            </a:br>
            <a:endParaRPr lang="en-US" sz="1800">
              <a:solidFill>
                <a:srgbClr val="332B6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err="1">
                <a:solidFill>
                  <a:srgbClr val="332B60"/>
                </a:solidFill>
              </a:rPr>
              <a:t>Tallinna</a:t>
            </a:r>
            <a:r>
              <a:rPr lang="en-US" sz="1800">
                <a:solidFill>
                  <a:srgbClr val="332B60"/>
                </a:solidFill>
              </a:rPr>
              <a:t> </a:t>
            </a:r>
            <a:r>
              <a:rPr lang="en-US" sz="1800" err="1">
                <a:solidFill>
                  <a:srgbClr val="332B60"/>
                </a:solidFill>
              </a:rPr>
              <a:t>Tehnikaülikool</a:t>
            </a:r>
            <a:endParaRPr lang="et-EE" sz="1800">
              <a:solidFill>
                <a:srgbClr val="332B60"/>
              </a:solidFill>
            </a:endParaRPr>
          </a:p>
        </p:txBody>
      </p:sp>
      <p:sp>
        <p:nvSpPr>
          <p:cNvPr id="2" name="Teksti kohatäide 5">
            <a:extLst>
              <a:ext uri="{FF2B5EF4-FFF2-40B4-BE49-F238E27FC236}">
                <a16:creationId xmlns:a16="http://schemas.microsoft.com/office/drawing/2014/main" id="{08518355-602D-0555-8A92-91AF8516EEC1}"/>
              </a:ext>
            </a:extLst>
          </p:cNvPr>
          <p:cNvSpPr txBox="1">
            <a:spLocks/>
          </p:cNvSpPr>
          <p:nvPr/>
        </p:nvSpPr>
        <p:spPr>
          <a:xfrm>
            <a:off x="5647289" y="5399847"/>
            <a:ext cx="4335175" cy="117409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kern="1200" baseline="0">
                <a:solidFill>
                  <a:srgbClr val="332B60"/>
                </a:solidFill>
                <a:latin typeface="Verdana" charset="0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t-EE" sz="1800">
                <a:latin typeface="Verdana"/>
                <a:ea typeface="Verdana"/>
              </a:rPr>
              <a:t>Juhendaja: Andres Eek </a:t>
            </a:r>
            <a:endParaRPr lang="en-US" sz="180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t-EE" sz="1800"/>
              <a:t>Jüri Kajava, Jarek Rootsma</a:t>
            </a:r>
            <a:br>
              <a:rPr lang="et-EE" sz="1800"/>
            </a:br>
            <a:endParaRPr lang="et-EE" sz="1800"/>
          </a:p>
        </p:txBody>
      </p:sp>
    </p:spTree>
    <p:extLst>
      <p:ext uri="{BB962C8B-B14F-4D97-AF65-F5344CB8AC3E}">
        <p14:creationId xmlns:p14="http://schemas.microsoft.com/office/powerpoint/2010/main" val="1599053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t-EE" altLang="en-US">
                <a:solidFill>
                  <a:srgbClr val="332B60"/>
                </a:solidFill>
              </a:rPr>
              <a:t>Projekt </a:t>
            </a:r>
            <a:r>
              <a:rPr lang="en-US" altLang="en-US">
                <a:solidFill>
                  <a:srgbClr val="332B60"/>
                </a:solidFill>
              </a:rPr>
              <a:t>: </a:t>
            </a:r>
            <a:r>
              <a:rPr lang="et-EE" altLang="en-US">
                <a:solidFill>
                  <a:srgbClr val="332B60"/>
                </a:solidFill>
              </a:rPr>
              <a:t>(analoog)</a:t>
            </a:r>
            <a:br>
              <a:rPr lang="et-EE" altLang="en-US">
                <a:solidFill>
                  <a:srgbClr val="332B60"/>
                </a:solidFill>
              </a:rPr>
            </a:br>
            <a:r>
              <a:rPr lang="et-EE"/>
              <a:t>Valgustugevuse mõõtmine fotodioodiga</a:t>
            </a:r>
            <a:endParaRPr lang="en-US" altLang="en-US">
              <a:solidFill>
                <a:srgbClr val="332B60"/>
              </a:solidFill>
            </a:endParaRPr>
          </a:p>
          <a:p>
            <a:endParaRPr lang="en-US" altLang="en-US">
              <a:solidFill>
                <a:srgbClr val="332B60"/>
              </a:solidFill>
            </a:endParaRPr>
          </a:p>
        </p:txBody>
      </p:sp>
      <p:sp>
        <p:nvSpPr>
          <p:cNvPr id="6147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1325560" y="1628775"/>
            <a:ext cx="9456739" cy="4040505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t-EE" sz="2000"/>
              <a:t>Koostada skeem, mis hindab valgustatust vahemikus 300-500 luksi ja kasutades selleks kolme LED-i: valgustatus on alla 300 luksi, valgustatus on vahemikus 300-500 luksi ja valgustatus on üle 500 luksi. </a:t>
            </a:r>
            <a:endParaRPr lang="et-EE" sz="2000">
              <a:ea typeface="Verdana"/>
            </a:endParaRPr>
          </a:p>
          <a:p>
            <a:pPr lvl="1"/>
            <a:r>
              <a:rPr lang="et-EE" sz="2000"/>
              <a:t>Lahenduses kasutada analoogkomponente (st Arduino Nano jääb valikust välja). </a:t>
            </a:r>
            <a:endParaRPr lang="et-EE" sz="2000">
              <a:ea typeface="Verdana"/>
            </a:endParaRPr>
          </a:p>
          <a:p>
            <a:pPr lvl="2"/>
            <a:r>
              <a:rPr lang="et-EE" sz="2000"/>
              <a:t>valgustatuse mõõtmine, kohvris oleva fotodioodi sobivus selleks </a:t>
            </a:r>
            <a:endParaRPr lang="et-EE" sz="2000">
              <a:ea typeface="Verdana"/>
            </a:endParaRPr>
          </a:p>
          <a:p>
            <a:pPr lvl="2"/>
            <a:r>
              <a:rPr lang="et-EE" sz="2000"/>
              <a:t>muundur: fotodioodi vool -&gt; pinge </a:t>
            </a:r>
            <a:endParaRPr lang="et-EE" sz="2000">
              <a:ea typeface="Verdana"/>
            </a:endParaRPr>
          </a:p>
          <a:p>
            <a:pPr lvl="2"/>
            <a:r>
              <a:rPr lang="et-EE" sz="2000"/>
              <a:t>valgustatuse näidu tasemete määramine </a:t>
            </a:r>
            <a:r>
              <a:rPr lang="en-US" sz="2000"/>
              <a:t>komparaatoriga</a:t>
            </a:r>
            <a:endParaRPr lang="et-EE" sz="2000">
              <a:ea typeface="Verdana"/>
            </a:endParaRPr>
          </a:p>
          <a:p>
            <a:pPr lvl="2"/>
            <a:r>
              <a:rPr lang="et-EE" sz="2000"/>
              <a:t>täpsus võiks jääda +-10% suurusjärku võrreldes valgusmõõtjaga</a:t>
            </a:r>
            <a:endParaRPr lang="et-EE" sz="2000">
              <a:solidFill>
                <a:srgbClr val="332B60"/>
              </a:solidFill>
              <a:ea typeface="Verdana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B846A0-94B2-65B8-3BC2-81B3FF33374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616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53B91-802E-E35F-DF10-204E587B9FC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3</a:t>
            </a:fld>
            <a:endParaRPr lang="en-GB"/>
          </a:p>
        </p:txBody>
      </p:sp>
      <p:pic>
        <p:nvPicPr>
          <p:cNvPr id="7" name="Online Media 6" title="20251016 194224">
            <a:hlinkClick r:id="" action="ppaction://noaction"/>
            <a:extLst>
              <a:ext uri="{FF2B5EF4-FFF2-40B4-BE49-F238E27FC236}">
                <a16:creationId xmlns:a16="http://schemas.microsoft.com/office/drawing/2014/main" id="{5A621058-DF1A-1C67-D24D-69522EEE271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621747" y="724964"/>
            <a:ext cx="9579653" cy="540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507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6E69D-8913-0E31-475B-2BE0AF24F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Placeholder 1">
            <a:extLst>
              <a:ext uri="{FF2B5EF4-FFF2-40B4-BE49-F238E27FC236}">
                <a16:creationId xmlns:a16="http://schemas.microsoft.com/office/drawing/2014/main" id="{975D7D81-669B-BB2F-A852-325A2152D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t-EE" altLang="en-US">
                <a:solidFill>
                  <a:srgbClr val="332B60"/>
                </a:solidFill>
              </a:rPr>
              <a:t>Projekt</a:t>
            </a:r>
            <a:r>
              <a:rPr lang="en-US" altLang="en-US">
                <a:solidFill>
                  <a:srgbClr val="332B60"/>
                </a:solidFill>
              </a:rPr>
              <a:t> :</a:t>
            </a:r>
            <a:r>
              <a:rPr lang="et-EE" altLang="en-US">
                <a:solidFill>
                  <a:srgbClr val="332B60"/>
                </a:solidFill>
              </a:rPr>
              <a:t> (analoog)</a:t>
            </a:r>
            <a:br>
              <a:rPr lang="et-EE" altLang="en-US">
                <a:solidFill>
                  <a:srgbClr val="332B60"/>
                </a:solidFill>
              </a:rPr>
            </a:br>
            <a:r>
              <a:rPr lang="et-EE"/>
              <a:t>Valgustugevuse mõõtmine fotodioodiga</a:t>
            </a:r>
            <a:endParaRPr lang="en-US" altLang="en-US">
              <a:solidFill>
                <a:srgbClr val="332B60"/>
              </a:solidFill>
            </a:endParaRPr>
          </a:p>
          <a:p>
            <a:endParaRPr lang="en-US" altLang="en-US">
              <a:solidFill>
                <a:srgbClr val="332B6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E8C819-A9A9-5EB7-91FB-A9D6A926E78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4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1DD761-39F0-3D3A-340B-DBB0CC221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58" y="1213470"/>
            <a:ext cx="11410710" cy="514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681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4468E21-CE48-44AB-04B6-52D7B0FA36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5" y="549275"/>
            <a:ext cx="4211447" cy="810888"/>
          </a:xfrm>
        </p:spPr>
        <p:txBody>
          <a:bodyPr/>
          <a:lstStyle/>
          <a:p>
            <a:r>
              <a:rPr lang="en-US" dirty="0" err="1"/>
              <a:t>Kicad</a:t>
            </a:r>
            <a:r>
              <a:rPr lang="en-US" dirty="0"/>
              <a:t> (</a:t>
            </a:r>
            <a:r>
              <a:rPr lang="en-US" dirty="0" err="1"/>
              <a:t>skeem</a:t>
            </a:r>
            <a:r>
              <a:rPr lang="en-US" dirty="0"/>
              <a:t>) : (</a:t>
            </a:r>
            <a:r>
              <a:rPr lang="en-US" dirty="0" err="1"/>
              <a:t>Analoog</a:t>
            </a:r>
            <a:r>
              <a:rPr lang="en-US" dirty="0"/>
              <a:t>)</a:t>
            </a:r>
            <a:endParaRPr lang="et-E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C71CA-B951-1B7D-4BE2-A19A1EC347F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5</a:t>
            </a:fld>
            <a:endParaRPr lang="en-GB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5768B76-C84F-8880-1E63-D4A349B066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5091" y="0"/>
            <a:ext cx="60388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825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D8821-5186-53AB-DD0C-01CA82883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025D32-EA3A-90B8-9DA9-567D5EF41A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5" y="549275"/>
            <a:ext cx="4211447" cy="810888"/>
          </a:xfrm>
        </p:spPr>
        <p:txBody>
          <a:bodyPr/>
          <a:lstStyle/>
          <a:p>
            <a:r>
              <a:rPr lang="en-US" dirty="0" err="1"/>
              <a:t>Kicad</a:t>
            </a:r>
            <a:r>
              <a:rPr lang="en-US" dirty="0"/>
              <a:t> (</a:t>
            </a:r>
            <a:r>
              <a:rPr lang="en-US" dirty="0" err="1"/>
              <a:t>skeem</a:t>
            </a:r>
            <a:r>
              <a:rPr lang="en-US" dirty="0"/>
              <a:t>) : (</a:t>
            </a:r>
            <a:r>
              <a:rPr lang="en-US" dirty="0" err="1"/>
              <a:t>Analoog</a:t>
            </a:r>
            <a:r>
              <a:rPr lang="en-US" dirty="0"/>
              <a:t>)</a:t>
            </a:r>
            <a:endParaRPr lang="et-E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F35D31-E199-4C5D-CEC5-B39C6519607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6</a:t>
            </a:fld>
            <a:endParaRPr lang="en-GB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0000DB0-F03F-B785-B70E-A822E5B91D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25" y="1360163"/>
            <a:ext cx="9275545" cy="4302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2011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CFACC-7F42-2C9B-30E5-D391EE232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659AA0A-8370-29E0-C286-A3DCD2FF09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5" y="549275"/>
            <a:ext cx="4211447" cy="810888"/>
          </a:xfrm>
        </p:spPr>
        <p:txBody>
          <a:bodyPr/>
          <a:lstStyle/>
          <a:p>
            <a:r>
              <a:rPr lang="en-US" dirty="0" err="1"/>
              <a:t>Kicad</a:t>
            </a:r>
            <a:r>
              <a:rPr lang="en-US" dirty="0"/>
              <a:t> (</a:t>
            </a:r>
            <a:r>
              <a:rPr lang="en-US" dirty="0" err="1"/>
              <a:t>skeem</a:t>
            </a:r>
            <a:r>
              <a:rPr lang="en-US" dirty="0"/>
              <a:t>) : (</a:t>
            </a:r>
            <a:r>
              <a:rPr lang="en-US" dirty="0" err="1"/>
              <a:t>Analoog</a:t>
            </a:r>
            <a:r>
              <a:rPr lang="en-US" dirty="0"/>
              <a:t>)</a:t>
            </a:r>
            <a:endParaRPr lang="et-E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9837DE-6DBA-4032-9703-30CEF218021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7</a:t>
            </a:fld>
            <a:endParaRPr lang="en-GB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7B3EED7-0CC9-419C-941A-6FD506384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276" y="344318"/>
            <a:ext cx="4211447" cy="6169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7519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5FDB1-92BC-9F6A-7553-281FEDD7E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DDFFB59-385C-F642-99DB-D8D5E6A2E1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5" y="549275"/>
            <a:ext cx="4211447" cy="810888"/>
          </a:xfrm>
        </p:spPr>
        <p:txBody>
          <a:bodyPr/>
          <a:lstStyle/>
          <a:p>
            <a:r>
              <a:rPr lang="en-US" dirty="0" err="1"/>
              <a:t>Kicad</a:t>
            </a:r>
            <a:r>
              <a:rPr lang="en-US" dirty="0"/>
              <a:t> (</a:t>
            </a:r>
            <a:r>
              <a:rPr lang="en-US" dirty="0" err="1"/>
              <a:t>skeem</a:t>
            </a:r>
            <a:r>
              <a:rPr lang="en-US" dirty="0"/>
              <a:t>) : (</a:t>
            </a:r>
            <a:r>
              <a:rPr lang="en-US" dirty="0" err="1"/>
              <a:t>Analoog</a:t>
            </a:r>
            <a:r>
              <a:rPr lang="en-US" dirty="0"/>
              <a:t>)</a:t>
            </a:r>
            <a:endParaRPr lang="et-E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4B194E-7FBD-2D25-2C32-DD62CF69AD6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8</a:t>
            </a:fld>
            <a:endParaRPr lang="en-GB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FA140F5-406C-0DE2-A758-157BC8724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1" y="0"/>
            <a:ext cx="75168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609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4C2FE-41C3-7B72-6FEC-A4A527B78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CDA754-008E-B237-5E31-77274E0E69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5" y="549275"/>
            <a:ext cx="4211447" cy="810888"/>
          </a:xfrm>
        </p:spPr>
        <p:txBody>
          <a:bodyPr/>
          <a:lstStyle/>
          <a:p>
            <a:r>
              <a:rPr lang="en-US" dirty="0" err="1"/>
              <a:t>Kicad</a:t>
            </a:r>
            <a:r>
              <a:rPr lang="en-US" dirty="0"/>
              <a:t> (PCB) : (</a:t>
            </a:r>
            <a:r>
              <a:rPr lang="en-US" dirty="0" err="1"/>
              <a:t>Analoog</a:t>
            </a:r>
            <a:r>
              <a:rPr lang="en-US" dirty="0"/>
              <a:t>)</a:t>
            </a:r>
            <a:endParaRPr lang="et-E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6B4D99-AF32-49D3-7DA8-96EEEE8CC63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9</a:t>
            </a:fld>
            <a:endParaRPr lang="en-GB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46A72AB2-D03B-CC9D-7C5B-7E81A3B4F0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282" y="1360163"/>
            <a:ext cx="9843436" cy="4339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2180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88B29-97F2-C170-BC6F-6C6A9A134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2D9AE86-07C0-22DF-E331-49F3FC47C4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5" y="549275"/>
            <a:ext cx="5247607" cy="810888"/>
          </a:xfrm>
        </p:spPr>
        <p:txBody>
          <a:bodyPr/>
          <a:lstStyle/>
          <a:p>
            <a:r>
              <a:rPr lang="en-US" dirty="0" err="1"/>
              <a:t>Kicad</a:t>
            </a:r>
            <a:r>
              <a:rPr lang="en-US" dirty="0"/>
              <a:t> (PCB) (3d) : (</a:t>
            </a:r>
            <a:r>
              <a:rPr lang="en-US" dirty="0" err="1"/>
              <a:t>Analoog</a:t>
            </a:r>
            <a:r>
              <a:rPr lang="en-US" dirty="0"/>
              <a:t>)</a:t>
            </a:r>
            <a:endParaRPr lang="et-E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B7F01-7B7A-15F3-B28F-00EE0AD405B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10</a:t>
            </a:fld>
            <a:endParaRPr lang="en-GB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427707FD-C8F7-1955-5225-59C7100EE4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638" y="1681163"/>
            <a:ext cx="8848725" cy="349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3395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83" t="21504" r="-15205" b="21504"/>
          <a:stretch/>
        </p:blipFill>
        <p:spPr>
          <a:xfrm>
            <a:off x="0" y="-31030"/>
            <a:ext cx="12192000" cy="6889030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5128412" y="-30480"/>
            <a:ext cx="7063588" cy="6888480"/>
            <a:chOff x="4923693" y="-30480"/>
            <a:chExt cx="7063588" cy="6888480"/>
          </a:xfrm>
        </p:grpSpPr>
        <p:sp>
          <p:nvSpPr>
            <p:cNvPr id="9" name="Rectangle 8"/>
            <p:cNvSpPr/>
            <p:nvPr/>
          </p:nvSpPr>
          <p:spPr>
            <a:xfrm>
              <a:off x="4923693" y="-30480"/>
              <a:ext cx="7063588" cy="31253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874058" y="2991173"/>
              <a:ext cx="6113223" cy="38668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" name="Teksti kohatäide 4"/>
          <p:cNvSpPr>
            <a:spLocks noGrp="1"/>
          </p:cNvSpPr>
          <p:nvPr>
            <p:ph type="body" sz="quarter" idx="12"/>
          </p:nvPr>
        </p:nvSpPr>
        <p:spPr>
          <a:xfrm>
            <a:off x="6552253" y="2794909"/>
            <a:ext cx="4921612" cy="348829"/>
          </a:xfrm>
        </p:spPr>
        <p:txBody>
          <a:bodyPr vert="horz" lIns="0" tIns="0" rIns="0" bIns="0" rtlCol="0" anchor="t">
            <a:noAutofit/>
          </a:bodyPr>
          <a:lstStyle/>
          <a:p>
            <a:endParaRPr lang="et-EE" altLang="en-US" sz="2900">
              <a:solidFill>
                <a:schemeClr val="tx2"/>
              </a:solidFill>
              <a:ea typeface="Verdana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t-EE" altLang="en-US" sz="2900" err="1">
                <a:solidFill>
                  <a:schemeClr val="accent1"/>
                </a:solidFill>
                <a:latin typeface="+mn-lt"/>
                <a:ea typeface="Verdana"/>
              </a:rPr>
              <a:t>Arduino</a:t>
            </a:r>
            <a:r>
              <a:rPr lang="et-EE" altLang="en-US" sz="2900">
                <a:solidFill>
                  <a:schemeClr val="accent1"/>
                </a:solidFill>
                <a:latin typeface="+mn-lt"/>
                <a:ea typeface="Verdana"/>
              </a:rPr>
              <a:t> Digisisendi laiend</a:t>
            </a:r>
          </a:p>
        </p:txBody>
      </p:sp>
    </p:spTree>
    <p:extLst>
      <p:ext uri="{BB962C8B-B14F-4D97-AF65-F5344CB8AC3E}">
        <p14:creationId xmlns:p14="http://schemas.microsoft.com/office/powerpoint/2010/main" val="395204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8586591-E9BB-D21A-B55C-E422516F31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5" y="549275"/>
            <a:ext cx="11234257" cy="755228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>
                <a:latin typeface="Verdana"/>
                <a:ea typeface="Verdana"/>
              </a:rPr>
              <a:t>Projekt (</a:t>
            </a:r>
            <a:r>
              <a:rPr lang="en-US" err="1">
                <a:latin typeface="Verdana"/>
                <a:ea typeface="Verdana"/>
              </a:rPr>
              <a:t>digitaal</a:t>
            </a:r>
            <a:r>
              <a:rPr lang="en-US">
                <a:latin typeface="Verdana"/>
                <a:ea typeface="Verdana"/>
              </a:rPr>
              <a:t>): Arduino nano </a:t>
            </a:r>
            <a:r>
              <a:rPr lang="en-US" err="1">
                <a:latin typeface="Verdana"/>
                <a:ea typeface="Verdana"/>
              </a:rPr>
              <a:t>digisisendi</a:t>
            </a:r>
            <a:r>
              <a:rPr lang="en-US">
                <a:latin typeface="Verdana"/>
                <a:ea typeface="Verdana"/>
              </a:rPr>
              <a:t> </a:t>
            </a:r>
            <a:r>
              <a:rPr lang="en-US" err="1">
                <a:latin typeface="Verdana"/>
                <a:ea typeface="Verdana"/>
              </a:rPr>
              <a:t>laiendamine</a:t>
            </a:r>
            <a:endParaRPr lang="en-US">
              <a:latin typeface="Verdana"/>
              <a:ea typeface="Verdana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C5BCDD-396F-B4CF-F5E8-59CF269EE5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8777" y="1306393"/>
            <a:ext cx="3374809" cy="4179275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>
                <a:latin typeface="Verdana"/>
                <a:ea typeface="Verdana"/>
              </a:rPr>
              <a:t>2 </a:t>
            </a:r>
            <a:r>
              <a:rPr lang="en-US" err="1">
                <a:latin typeface="Verdana"/>
                <a:ea typeface="Verdana"/>
              </a:rPr>
              <a:t>digitaalset</a:t>
            </a:r>
            <a:r>
              <a:rPr lang="en-US">
                <a:latin typeface="Verdana"/>
                <a:ea typeface="Verdana"/>
              </a:rPr>
              <a:t> </a:t>
            </a:r>
            <a:r>
              <a:rPr lang="en-US" err="1">
                <a:latin typeface="Verdana"/>
                <a:ea typeface="Verdana"/>
              </a:rPr>
              <a:t>sisendit</a:t>
            </a:r>
            <a:endParaRPr lang="en-US">
              <a:latin typeface="Verdana"/>
              <a:ea typeface="Verdana"/>
            </a:endParaRPr>
          </a:p>
          <a:p>
            <a:pPr lvl="1" fontAlgn="auto">
              <a:buFont typeface="Courier New" panose="05000000000000000000" pitchFamily="2" charset="2"/>
              <a:buChar char="o"/>
            </a:pPr>
            <a:r>
              <a:rPr lang="en-US" err="1">
                <a:latin typeface="Verdana"/>
                <a:ea typeface="Verdana"/>
              </a:rPr>
              <a:t>Üks</a:t>
            </a:r>
            <a:r>
              <a:rPr lang="en-US">
                <a:latin typeface="Verdana"/>
                <a:ea typeface="Verdana"/>
              </a:rPr>
              <a:t> </a:t>
            </a:r>
            <a:r>
              <a:rPr lang="en-US" err="1">
                <a:latin typeface="Verdana"/>
                <a:ea typeface="Verdana"/>
              </a:rPr>
              <a:t>inverteeritud</a:t>
            </a:r>
            <a:endParaRPr lang="en-US">
              <a:latin typeface="Verdana"/>
              <a:ea typeface="Verdana"/>
            </a:endParaRPr>
          </a:p>
          <a:p>
            <a:pPr fontAlgn="base"/>
            <a:r>
              <a:rPr lang="en-US" err="1">
                <a:latin typeface="Verdana"/>
                <a:ea typeface="Verdana"/>
              </a:rPr>
              <a:t>Signaalid</a:t>
            </a:r>
            <a:r>
              <a:rPr lang="en-US">
                <a:latin typeface="Verdana"/>
                <a:ea typeface="Verdana"/>
              </a:rPr>
              <a:t> </a:t>
            </a:r>
            <a:r>
              <a:rPr lang="en-US" err="1">
                <a:latin typeface="Verdana"/>
                <a:ea typeface="Verdana"/>
              </a:rPr>
              <a:t>ei</a:t>
            </a:r>
            <a:r>
              <a:rPr lang="en-US">
                <a:latin typeface="Verdana"/>
                <a:ea typeface="Verdana"/>
              </a:rPr>
              <a:t> </a:t>
            </a:r>
            <a:r>
              <a:rPr lang="en-US" err="1">
                <a:latin typeface="Verdana"/>
                <a:ea typeface="Verdana"/>
              </a:rPr>
              <a:t>tohiks</a:t>
            </a:r>
            <a:r>
              <a:rPr lang="en-US">
                <a:latin typeface="Verdana"/>
                <a:ea typeface="Verdana"/>
              </a:rPr>
              <a:t> </a:t>
            </a:r>
            <a:r>
              <a:rPr lang="en-US" err="1">
                <a:latin typeface="Verdana"/>
                <a:ea typeface="Verdana"/>
              </a:rPr>
              <a:t>häirida</a:t>
            </a:r>
            <a:r>
              <a:rPr lang="en-US">
                <a:latin typeface="Verdana"/>
                <a:ea typeface="Verdana"/>
              </a:rPr>
              <a:t> </a:t>
            </a:r>
            <a:r>
              <a:rPr lang="en-US" err="1">
                <a:latin typeface="Verdana"/>
                <a:ea typeface="Verdana"/>
              </a:rPr>
              <a:t>üksteist</a:t>
            </a:r>
          </a:p>
          <a:p>
            <a:r>
              <a:rPr lang="en-US" err="1">
                <a:latin typeface="Verdana"/>
                <a:ea typeface="Verdana"/>
              </a:rPr>
              <a:t>Arduinoga</a:t>
            </a:r>
            <a:r>
              <a:rPr lang="en-US">
                <a:latin typeface="Verdana"/>
                <a:ea typeface="Verdana"/>
              </a:rPr>
              <a:t> </a:t>
            </a:r>
            <a:r>
              <a:rPr lang="en-US" err="1">
                <a:latin typeface="Verdana"/>
                <a:ea typeface="Verdana"/>
              </a:rPr>
              <a:t>skeem</a:t>
            </a:r>
            <a:r>
              <a:rPr lang="en-US">
                <a:latin typeface="Verdana"/>
                <a:ea typeface="Verdana"/>
              </a:rPr>
              <a:t> </a:t>
            </a:r>
            <a:r>
              <a:rPr lang="en-US" err="1">
                <a:latin typeface="Verdana"/>
                <a:ea typeface="Verdana"/>
              </a:rPr>
              <a:t>lahenduse</a:t>
            </a:r>
            <a:r>
              <a:rPr lang="en-US">
                <a:latin typeface="Verdana"/>
                <a:ea typeface="Verdana"/>
              </a:rPr>
              <a:t> </a:t>
            </a:r>
            <a:r>
              <a:rPr lang="en-US" err="1">
                <a:latin typeface="Verdana"/>
                <a:ea typeface="Verdana"/>
              </a:rPr>
              <a:t>kontrollimiseks</a:t>
            </a:r>
          </a:p>
          <a:p>
            <a:endParaRPr lang="en-US">
              <a:latin typeface="Verdana"/>
              <a:ea typeface="Verdana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2CB232-43CF-B6C4-D78F-89F2274EA37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12</a:t>
            </a:fld>
            <a:endParaRPr lang="en-GB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B6C38FC0-76FB-4E3B-924A-FDC0E7A86C3B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/>
          <a:srcRect l="568" r="568"/>
          <a:stretch>
            <a:fillRect/>
          </a:stretch>
        </p:blipFill>
        <p:spPr>
          <a:xfrm>
            <a:off x="3654547" y="930276"/>
            <a:ext cx="8540404" cy="537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852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FEF944-FCFA-3AFD-B51C-E42E9B05FF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dirty="0" err="1">
                <a:latin typeface="Verdana"/>
                <a:ea typeface="Verdana"/>
              </a:rPr>
              <a:t>Kicad</a:t>
            </a:r>
            <a:r>
              <a:rPr lang="en-US" dirty="0">
                <a:latin typeface="Verdana"/>
                <a:ea typeface="Verdana"/>
              </a:rPr>
              <a:t> </a:t>
            </a:r>
            <a:r>
              <a:rPr lang="en-US" dirty="0" err="1">
                <a:latin typeface="Verdana"/>
                <a:ea typeface="Verdana"/>
              </a:rPr>
              <a:t>skeem</a:t>
            </a:r>
            <a:r>
              <a:rPr lang="en-US" dirty="0">
                <a:latin typeface="Verdana"/>
                <a:ea typeface="Verdana"/>
              </a:rPr>
              <a:t> - </a:t>
            </a:r>
            <a:r>
              <a:rPr lang="en-US" dirty="0" err="1">
                <a:latin typeface="Verdana"/>
                <a:ea typeface="Verdana"/>
              </a:rPr>
              <a:t>digitaal</a:t>
            </a:r>
            <a:endParaRPr lang="en-US" dirty="0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B2249-BFCA-E989-C700-EEF6AF6314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5777" y="1355237"/>
            <a:ext cx="2888150" cy="3904955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>
                <a:latin typeface="Verdana"/>
                <a:ea typeface="Verdana"/>
              </a:rPr>
              <a:t>SW ja DIG_IN </a:t>
            </a:r>
            <a:r>
              <a:rPr lang="en-US" err="1">
                <a:latin typeface="Verdana"/>
                <a:ea typeface="Verdana"/>
              </a:rPr>
              <a:t>sisendid</a:t>
            </a:r>
            <a:endParaRPr lang="en-US">
              <a:latin typeface="Verdana"/>
              <a:ea typeface="Verdana"/>
            </a:endParaRPr>
          </a:p>
          <a:p>
            <a:endParaRPr lang="en-US" dirty="0">
              <a:ea typeface="Verdana"/>
            </a:endParaRPr>
          </a:p>
          <a:p>
            <a:r>
              <a:rPr lang="en-US" dirty="0" err="1">
                <a:latin typeface="Verdana"/>
                <a:ea typeface="Verdana"/>
              </a:rPr>
              <a:t>Digitaalse</a:t>
            </a:r>
            <a:r>
              <a:rPr lang="en-US" dirty="0">
                <a:latin typeface="Verdana"/>
                <a:ea typeface="Verdana"/>
              </a:rPr>
              <a:t> </a:t>
            </a:r>
            <a:r>
              <a:rPr lang="en-US" dirty="0" err="1">
                <a:latin typeface="Verdana"/>
                <a:ea typeface="Verdana"/>
              </a:rPr>
              <a:t>sisendina</a:t>
            </a:r>
            <a:r>
              <a:rPr lang="en-US" dirty="0">
                <a:latin typeface="Verdana"/>
                <a:ea typeface="Verdana"/>
              </a:rPr>
              <a:t> on</a:t>
            </a:r>
            <a:endParaRPr lang="en-US" dirty="0">
              <a:ea typeface="Verdana"/>
            </a:endParaRPr>
          </a:p>
          <a:p>
            <a:r>
              <a:rPr lang="en-US" dirty="0" err="1">
                <a:latin typeface="Verdana"/>
                <a:ea typeface="Verdana"/>
              </a:rPr>
              <a:t>kruvi</a:t>
            </a:r>
            <a:r>
              <a:rPr lang="en-US" dirty="0">
                <a:latin typeface="Verdana"/>
                <a:ea typeface="Verdana"/>
              </a:rPr>
              <a:t> terminal</a:t>
            </a:r>
            <a:endParaRPr lang="en-US" dirty="0">
              <a:ea typeface="Verdana"/>
            </a:endParaRPr>
          </a:p>
          <a:p>
            <a:endParaRPr lang="en-US" dirty="0">
              <a:ea typeface="Verdana"/>
            </a:endParaRPr>
          </a:p>
          <a:p>
            <a:endParaRPr lang="en-US" dirty="0">
              <a:ea typeface="Verdana"/>
            </a:endParaRPr>
          </a:p>
        </p:txBody>
      </p:sp>
      <p:pic>
        <p:nvPicPr>
          <p:cNvPr id="6" name="Picture Placeholder 5" descr="A diagram of a circuit">
            <a:extLst>
              <a:ext uri="{FF2B5EF4-FFF2-40B4-BE49-F238E27FC236}">
                <a16:creationId xmlns:a16="http://schemas.microsoft.com/office/drawing/2014/main" id="{BD3D0E17-906D-B220-7825-7926D9AAD287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t="547" b="7798"/>
          <a:stretch>
            <a:fillRect/>
          </a:stretch>
        </p:blipFill>
        <p:spPr>
          <a:xfrm>
            <a:off x="3288649" y="876799"/>
            <a:ext cx="8905184" cy="556242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B3A8C8-4892-DE28-6C93-A4C786B84D9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13</a:t>
            </a:fld>
            <a:endParaRPr lang="en-GB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09E5F9E-ACE8-F651-3083-3A399D6B8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256" y="264625"/>
            <a:ext cx="3513260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62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99F598D-7B13-3C2B-2A52-BA13652277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dirty="0" err="1">
                <a:latin typeface="Verdana"/>
                <a:ea typeface="Verdana"/>
              </a:rPr>
              <a:t>Toite</a:t>
            </a:r>
            <a:r>
              <a:rPr lang="en-US" dirty="0">
                <a:latin typeface="Verdana"/>
                <a:ea typeface="Verdana"/>
              </a:rPr>
              <a:t> </a:t>
            </a:r>
            <a:r>
              <a:rPr lang="en-US" dirty="0" err="1">
                <a:latin typeface="Verdana"/>
                <a:ea typeface="Verdana"/>
              </a:rPr>
              <a:t>skeem</a:t>
            </a:r>
            <a:endParaRPr lang="en-US" dirty="0" err="1">
              <a:ea typeface="Verdana"/>
            </a:endParaRPr>
          </a:p>
        </p:txBody>
      </p:sp>
      <p:pic>
        <p:nvPicPr>
          <p:cNvPr id="6" name="Picture Placeholder 5" descr="A diagram of a circuit&#10;&#10;AI-generated content may be incorrect.">
            <a:extLst>
              <a:ext uri="{FF2B5EF4-FFF2-40B4-BE49-F238E27FC236}">
                <a16:creationId xmlns:a16="http://schemas.microsoft.com/office/drawing/2014/main" id="{3B556FFE-E995-0A95-E25D-EE4A59265D1A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t="224" b="224"/>
          <a:stretch>
            <a:fillRect/>
          </a:stretch>
        </p:blipFill>
        <p:spPr>
          <a:xfrm>
            <a:off x="3842238" y="131671"/>
            <a:ext cx="8355502" cy="316650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07F775-1851-82F3-EFFA-0D21F05B74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14</a:t>
            </a:fld>
            <a:endParaRPr lang="en-GB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C3EC465-B475-42CA-BA09-24EC97003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9518" y="3615104"/>
            <a:ext cx="3781425" cy="2324100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4B39565-2AF5-8B0F-E809-A2EB529F4F10}"/>
              </a:ext>
            </a:extLst>
          </p:cNvPr>
          <p:cNvSpPr txBox="1">
            <a:spLocks/>
          </p:cNvSpPr>
          <p:nvPr/>
        </p:nvSpPr>
        <p:spPr>
          <a:xfrm>
            <a:off x="90854" y="1198931"/>
            <a:ext cx="3374809" cy="417927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rgbClr val="332B60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Verdana"/>
                <a:ea typeface="Verdana"/>
              </a:rPr>
              <a:t>D1 – 13V TVS </a:t>
            </a:r>
          </a:p>
          <a:p>
            <a:r>
              <a:rPr lang="en-US" dirty="0">
                <a:latin typeface="Verdana"/>
                <a:ea typeface="Verdana"/>
              </a:rPr>
              <a:t>D2 – </a:t>
            </a:r>
            <a:r>
              <a:rPr lang="en-US" dirty="0" err="1">
                <a:latin typeface="Verdana"/>
                <a:ea typeface="Verdana"/>
              </a:rPr>
              <a:t>zener</a:t>
            </a:r>
            <a:r>
              <a:rPr lang="en-US" dirty="0">
                <a:latin typeface="Verdana"/>
                <a:ea typeface="Verdana"/>
              </a:rPr>
              <a:t> </a:t>
            </a:r>
            <a:r>
              <a:rPr lang="en-US" dirty="0" err="1">
                <a:latin typeface="Verdana"/>
                <a:ea typeface="Verdana"/>
              </a:rPr>
              <a:t>diood</a:t>
            </a:r>
            <a:r>
              <a:rPr lang="en-US" dirty="0">
                <a:latin typeface="Verdana"/>
                <a:ea typeface="Verdana"/>
              </a:rPr>
              <a:t>, </a:t>
            </a:r>
            <a:r>
              <a:rPr lang="en-US" dirty="0" err="1">
                <a:latin typeface="Verdana"/>
                <a:ea typeface="Verdana"/>
              </a:rPr>
              <a:t>sobivad</a:t>
            </a:r>
            <a:r>
              <a:rPr lang="en-US" dirty="0">
                <a:latin typeface="Verdana"/>
                <a:ea typeface="Verdana"/>
              </a:rPr>
              <a:t> pinged </a:t>
            </a:r>
            <a:r>
              <a:rPr lang="en-US" dirty="0" err="1">
                <a:latin typeface="Verdana"/>
                <a:ea typeface="Verdana"/>
              </a:rPr>
              <a:t>kuni</a:t>
            </a:r>
            <a:r>
              <a:rPr lang="en-US" dirty="0">
                <a:latin typeface="Verdana"/>
                <a:ea typeface="Verdana"/>
              </a:rPr>
              <a:t> 8 V (</a:t>
            </a:r>
            <a:r>
              <a:rPr lang="en-US" dirty="0" err="1">
                <a:latin typeface="Verdana"/>
                <a:ea typeface="Verdana"/>
              </a:rPr>
              <a:t>Vgs</a:t>
            </a:r>
            <a:r>
              <a:rPr lang="en-US" dirty="0">
                <a:latin typeface="Verdana"/>
                <a:ea typeface="Verdana"/>
              </a:rPr>
              <a:t> on +- 8 V)</a:t>
            </a:r>
          </a:p>
          <a:p>
            <a:r>
              <a:rPr lang="en-US" dirty="0">
                <a:ea typeface="Verdana"/>
              </a:rPr>
              <a:t>P-MOS </a:t>
            </a:r>
            <a:r>
              <a:rPr lang="en-US" dirty="0" err="1">
                <a:ea typeface="Verdana"/>
              </a:rPr>
              <a:t>sisediood</a:t>
            </a:r>
            <a:r>
              <a:rPr lang="en-US" dirty="0">
                <a:ea typeface="Verdana"/>
              </a:rPr>
              <a:t> </a:t>
            </a:r>
            <a:r>
              <a:rPr lang="en-US" dirty="0" err="1">
                <a:ea typeface="Verdana"/>
              </a:rPr>
              <a:t>töötab</a:t>
            </a:r>
            <a:r>
              <a:rPr lang="en-US" dirty="0">
                <a:ea typeface="Verdana"/>
              </a:rPr>
              <a:t> </a:t>
            </a:r>
            <a:r>
              <a:rPr lang="en-US" dirty="0" err="1">
                <a:ea typeface="Verdana"/>
              </a:rPr>
              <a:t>kuni</a:t>
            </a:r>
            <a:r>
              <a:rPr lang="en-US" dirty="0">
                <a:ea typeface="Verdana"/>
              </a:rPr>
              <a:t> transistor </a:t>
            </a:r>
            <a:r>
              <a:rPr lang="en-US" dirty="0" err="1">
                <a:ea typeface="Verdana"/>
              </a:rPr>
              <a:t>lülitub</a:t>
            </a:r>
            <a:r>
              <a:rPr lang="en-US" dirty="0">
                <a:ea typeface="Verdana"/>
              </a:rPr>
              <a:t> - </a:t>
            </a:r>
            <a:r>
              <a:rPr lang="en-US" dirty="0" err="1">
                <a:ea typeface="Verdana"/>
              </a:rPr>
              <a:t>tekitab</a:t>
            </a:r>
            <a:r>
              <a:rPr lang="en-US" dirty="0">
                <a:ea typeface="Verdana"/>
              </a:rPr>
              <a:t> mV </a:t>
            </a:r>
            <a:r>
              <a:rPr lang="en-US" dirty="0" err="1">
                <a:ea typeface="Verdana"/>
              </a:rPr>
              <a:t>pingelangu</a:t>
            </a:r>
            <a:r>
              <a:rPr lang="en-US" dirty="0">
                <a:ea typeface="Verdana"/>
              </a:rPr>
              <a:t> vs </a:t>
            </a:r>
            <a:r>
              <a:rPr lang="en-US" dirty="0" err="1">
                <a:ea typeface="Verdana"/>
              </a:rPr>
              <a:t>schottky</a:t>
            </a:r>
            <a:r>
              <a:rPr lang="en-US" dirty="0">
                <a:ea typeface="Verdana"/>
              </a:rPr>
              <a:t> </a:t>
            </a:r>
            <a:r>
              <a:rPr lang="en-US" dirty="0" err="1">
                <a:ea typeface="Verdana"/>
              </a:rPr>
              <a:t>pingelang</a:t>
            </a:r>
            <a:endParaRPr lang="en-US" dirty="0" err="1"/>
          </a:p>
          <a:p>
            <a:endParaRPr lang="en-US">
              <a:latin typeface="Verdana"/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500864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132897D-4062-B242-6CC9-5571FAC1A1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dirty="0" err="1">
                <a:latin typeface="Verdana"/>
                <a:ea typeface="Verdana"/>
              </a:rPr>
              <a:t>Vastupolaarsuse</a:t>
            </a:r>
            <a:r>
              <a:rPr lang="en-US" dirty="0">
                <a:latin typeface="Verdana"/>
                <a:ea typeface="Verdana"/>
              </a:rPr>
              <a:t> </a:t>
            </a:r>
            <a:r>
              <a:rPr lang="en-US" dirty="0" err="1">
                <a:latin typeface="Verdana"/>
                <a:ea typeface="Verdana"/>
              </a:rPr>
              <a:t>kaitse</a:t>
            </a:r>
            <a:endParaRPr lang="en-US" dirty="0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07EA9-E1B3-126D-1E81-302ED3D0BB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31" y="1355238"/>
            <a:ext cx="4128843" cy="2527493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sz="2400" dirty="0">
                <a:latin typeface="Verdana"/>
                <a:ea typeface="Verdana"/>
              </a:rPr>
              <a:t>"</a:t>
            </a:r>
            <a:r>
              <a:rPr lang="en-US" sz="2400" err="1">
                <a:latin typeface="Verdana"/>
                <a:ea typeface="Verdana"/>
              </a:rPr>
              <a:t>Ideaalne</a:t>
            </a:r>
            <a:r>
              <a:rPr lang="en-US" sz="2400" dirty="0">
                <a:latin typeface="Verdana"/>
                <a:ea typeface="Verdana"/>
              </a:rPr>
              <a:t> </a:t>
            </a:r>
            <a:r>
              <a:rPr lang="en-US" sz="2400" err="1">
                <a:latin typeface="Verdana"/>
                <a:ea typeface="Verdana"/>
              </a:rPr>
              <a:t>diood</a:t>
            </a:r>
            <a:r>
              <a:rPr lang="en-US" sz="2400" dirty="0">
                <a:latin typeface="Verdana"/>
                <a:ea typeface="Verdana"/>
              </a:rPr>
              <a:t>" - p-</a:t>
            </a:r>
            <a:r>
              <a:rPr lang="en-US" sz="2400" err="1">
                <a:latin typeface="Verdana"/>
                <a:ea typeface="Verdana"/>
              </a:rPr>
              <a:t>tüüpi</a:t>
            </a:r>
            <a:r>
              <a:rPr lang="en-US" sz="2400" dirty="0">
                <a:latin typeface="Verdana"/>
                <a:ea typeface="Verdana"/>
              </a:rPr>
              <a:t> </a:t>
            </a:r>
            <a:r>
              <a:rPr lang="en-US" sz="2400" err="1">
                <a:latin typeface="Verdana"/>
                <a:ea typeface="Verdana"/>
              </a:rPr>
              <a:t>mosfet</a:t>
            </a:r>
            <a:r>
              <a:rPr lang="en-US" sz="2400" dirty="0">
                <a:latin typeface="Verdana"/>
                <a:ea typeface="Verdana"/>
              </a:rPr>
              <a:t> </a:t>
            </a:r>
            <a:r>
              <a:rPr lang="en-US" sz="2400" err="1">
                <a:latin typeface="Verdana"/>
                <a:ea typeface="Verdana"/>
              </a:rPr>
              <a:t>koos</a:t>
            </a:r>
            <a:r>
              <a:rPr lang="en-US" sz="2400" dirty="0">
                <a:latin typeface="Verdana"/>
                <a:ea typeface="Verdana"/>
              </a:rPr>
              <a:t> </a:t>
            </a:r>
            <a:r>
              <a:rPr lang="en-US" sz="2400" err="1">
                <a:latin typeface="Verdana"/>
                <a:ea typeface="Verdana"/>
              </a:rPr>
              <a:t>zener</a:t>
            </a:r>
            <a:r>
              <a:rPr lang="en-US" sz="2400" dirty="0">
                <a:latin typeface="Verdana"/>
                <a:ea typeface="Verdana"/>
              </a:rPr>
              <a:t> </a:t>
            </a:r>
            <a:r>
              <a:rPr lang="en-US" sz="2400" err="1">
                <a:latin typeface="Verdana"/>
                <a:ea typeface="Verdana"/>
              </a:rPr>
              <a:t>dioodiga</a:t>
            </a:r>
            <a:endParaRPr lang="en-US" sz="2400" err="1">
              <a:ea typeface="Verdana"/>
            </a:endParaRPr>
          </a:p>
        </p:txBody>
      </p:sp>
      <p:pic>
        <p:nvPicPr>
          <p:cNvPr id="6" name="Picture Placeholder 5" descr="A screenshot of a computer">
            <a:extLst>
              <a:ext uri="{FF2B5EF4-FFF2-40B4-BE49-F238E27FC236}">
                <a16:creationId xmlns:a16="http://schemas.microsoft.com/office/drawing/2014/main" id="{76F3FB96-BF8C-D045-0A37-4BA30EE03BAE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l="513" r="274"/>
          <a:stretch>
            <a:fillRect/>
          </a:stretch>
        </p:blipFill>
        <p:spPr>
          <a:xfrm>
            <a:off x="4467468" y="955579"/>
            <a:ext cx="7569080" cy="251762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4A920F-0E42-B9BE-7534-54AD0786208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15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B4A270-7CF3-A574-0416-8858F635D348}"/>
              </a:ext>
            </a:extLst>
          </p:cNvPr>
          <p:cNvSpPr txBox="1"/>
          <p:nvPr/>
        </p:nvSpPr>
        <p:spPr>
          <a:xfrm>
            <a:off x="4372545" y="3499827"/>
            <a:ext cx="108479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Calibri"/>
                <a:ea typeface="Calibri"/>
                <a:cs typeface="Calibri"/>
              </a:rPr>
              <a:t>https://www.onsemi.com/download/data-sheet/pdf/fdn340p-d.pdf</a:t>
            </a:r>
            <a:endParaRPr lang="en-US">
              <a:latin typeface="Calibri"/>
            </a:endParaRPr>
          </a:p>
        </p:txBody>
      </p:sp>
      <p:pic>
        <p:nvPicPr>
          <p:cNvPr id="8" name="Picture 7" descr="A diagram of a circuit&#10;&#10;AI-generated content may be incorrect.">
            <a:extLst>
              <a:ext uri="{FF2B5EF4-FFF2-40B4-BE49-F238E27FC236}">
                <a16:creationId xmlns:a16="http://schemas.microsoft.com/office/drawing/2014/main" id="{27B08276-89FD-F211-C655-2103C8909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463" y="3933948"/>
            <a:ext cx="4029075" cy="24288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F0EA0F0-B887-6503-B1A9-F49416EFE079}"/>
              </a:ext>
            </a:extLst>
          </p:cNvPr>
          <p:cNvSpPr txBox="1"/>
          <p:nvPr/>
        </p:nvSpPr>
        <p:spPr>
          <a:xfrm>
            <a:off x="4464537" y="6406987"/>
            <a:ext cx="540808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latin typeface="Calibri"/>
                <a:ea typeface="Calibri"/>
                <a:cs typeface="Calibri"/>
              </a:rPr>
              <a:t>https://www.ti.com/lit/an/slvae57b/slvae57b.pdf</a:t>
            </a:r>
            <a:endParaRPr lang="en-US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99787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8275F7-5960-9709-8C55-14D3CFC51F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dirty="0" err="1">
                <a:latin typeface="Verdana"/>
                <a:ea typeface="Verdana"/>
              </a:rPr>
              <a:t>Trükkplaat</a:t>
            </a:r>
            <a:endParaRPr lang="en-US" dirty="0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1D14B4-B770-D7FA-FD84-B499472A23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6700" y="1355237"/>
            <a:ext cx="2575536" cy="4022186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>
                <a:latin typeface="Verdana"/>
                <a:ea typeface="Verdana"/>
              </a:rPr>
              <a:t>VIAS – 05/08</a:t>
            </a:r>
            <a:endParaRPr lang="en-US">
              <a:ea typeface="Verdana" charset="0"/>
            </a:endParaRPr>
          </a:p>
          <a:p>
            <a:endParaRPr lang="en-US" dirty="0">
              <a:ea typeface="Verdana"/>
            </a:endParaRPr>
          </a:p>
          <a:p>
            <a:r>
              <a:rPr lang="en-US" err="1">
                <a:latin typeface="Verdana"/>
                <a:ea typeface="Verdana"/>
              </a:rPr>
              <a:t>Toite</a:t>
            </a:r>
            <a:r>
              <a:rPr lang="en-US" dirty="0">
                <a:latin typeface="Verdana"/>
                <a:ea typeface="Verdana"/>
              </a:rPr>
              <a:t> </a:t>
            </a:r>
            <a:r>
              <a:rPr lang="en-US" err="1">
                <a:latin typeface="Verdana"/>
                <a:ea typeface="Verdana"/>
              </a:rPr>
              <a:t>rajad</a:t>
            </a:r>
            <a:r>
              <a:rPr lang="en-US" dirty="0">
                <a:latin typeface="Verdana"/>
                <a:ea typeface="Verdana"/>
              </a:rPr>
              <a:t> </a:t>
            </a:r>
            <a:r>
              <a:rPr lang="en-US" err="1">
                <a:latin typeface="Verdana"/>
                <a:ea typeface="Verdana"/>
              </a:rPr>
              <a:t>laiemad</a:t>
            </a:r>
            <a:r>
              <a:rPr lang="en-US" dirty="0">
                <a:latin typeface="Verdana"/>
                <a:ea typeface="Verdana"/>
              </a:rPr>
              <a:t> </a:t>
            </a:r>
            <a:r>
              <a:rPr lang="en-US" err="1">
                <a:latin typeface="Verdana"/>
                <a:ea typeface="Verdana"/>
              </a:rPr>
              <a:t>kui</a:t>
            </a:r>
            <a:r>
              <a:rPr lang="en-US" dirty="0">
                <a:latin typeface="Verdana"/>
                <a:ea typeface="Verdana"/>
              </a:rPr>
              <a:t> </a:t>
            </a:r>
            <a:r>
              <a:rPr lang="en-US" err="1">
                <a:latin typeface="Verdana"/>
                <a:ea typeface="Verdana"/>
              </a:rPr>
              <a:t>signaalirajad</a:t>
            </a:r>
            <a:endParaRPr lang="en-US">
              <a:latin typeface="Verdana"/>
              <a:ea typeface="Verdana"/>
            </a:endParaRPr>
          </a:p>
          <a:p>
            <a:endParaRPr lang="en-US" dirty="0">
              <a:ea typeface="Verdana"/>
            </a:endParaRPr>
          </a:p>
          <a:p>
            <a:r>
              <a:rPr lang="en-US" dirty="0" err="1">
                <a:latin typeface="Verdana"/>
                <a:ea typeface="Verdana"/>
              </a:rPr>
              <a:t>Punane</a:t>
            </a:r>
            <a:r>
              <a:rPr lang="en-US" dirty="0">
                <a:latin typeface="Verdana"/>
                <a:ea typeface="Verdana"/>
              </a:rPr>
              <a:t> ala on maa</a:t>
            </a:r>
            <a:endParaRPr lang="en-US" dirty="0">
              <a:ea typeface="Verdana"/>
            </a:endParaRPr>
          </a:p>
        </p:txBody>
      </p:sp>
      <p:pic>
        <p:nvPicPr>
          <p:cNvPr id="6" name="Picture Placeholder 5" descr="A computer screen shot of a circuit board">
            <a:extLst>
              <a:ext uri="{FF2B5EF4-FFF2-40B4-BE49-F238E27FC236}">
                <a16:creationId xmlns:a16="http://schemas.microsoft.com/office/drawing/2014/main" id="{007029E4-9450-592C-24C6-1C550EA8CC44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t="3830" r="-109" b="3609"/>
          <a:stretch>
            <a:fillRect/>
          </a:stretch>
        </p:blipFill>
        <p:spPr>
          <a:xfrm>
            <a:off x="3050931" y="1628092"/>
            <a:ext cx="8974393" cy="468072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5B2822-C186-33D5-04A9-CFE57BD79D0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47057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85FAB-A4E3-F689-0042-3552B7D87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C3B6951-B313-E75C-6404-C1F9848A35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dirty="0" err="1">
                <a:latin typeface="Verdana"/>
                <a:ea typeface="Verdana"/>
              </a:rPr>
              <a:t>Trükkplaat</a:t>
            </a:r>
            <a:r>
              <a:rPr lang="en-US" dirty="0">
                <a:latin typeface="Verdana"/>
                <a:ea typeface="Verdana"/>
              </a:rPr>
              <a:t> - 3d </a:t>
            </a:r>
            <a:r>
              <a:rPr lang="en-US" dirty="0" err="1">
                <a:latin typeface="Verdana"/>
                <a:ea typeface="Verdana"/>
              </a:rPr>
              <a:t>vaade</a:t>
            </a:r>
            <a:endParaRPr lang="en-US" dirty="0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08F0A3-8F93-A85C-3D02-78EE7A015D9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Placeholder 5" descr="A green circuit board with many small black and white objects&#10;&#10;AI-generated content may be incorrect.">
            <a:extLst>
              <a:ext uri="{FF2B5EF4-FFF2-40B4-BE49-F238E27FC236}">
                <a16:creationId xmlns:a16="http://schemas.microsoft.com/office/drawing/2014/main" id="{CF9966A3-2F48-129D-BB32-B5412D4493F7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t="2512" b="2512"/>
          <a:stretch>
            <a:fillRect/>
          </a:stretch>
        </p:blipFill>
        <p:spPr>
          <a:xfrm>
            <a:off x="1868854" y="2009092"/>
            <a:ext cx="8974393" cy="468072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E632F8-E78C-246D-4EF4-FF6BD5B83DD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48656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976869" y="4801074"/>
            <a:ext cx="10159444" cy="1635065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err="1">
                <a:solidFill>
                  <a:srgbClr val="262626"/>
                </a:solidFill>
                <a:latin typeface="Verdana"/>
                <a:ea typeface="Verdana"/>
              </a:rPr>
              <a:t>Täname</a:t>
            </a:r>
            <a:r>
              <a:rPr lang="en-US">
                <a:solidFill>
                  <a:srgbClr val="262626"/>
                </a:solidFill>
                <a:latin typeface="Verdana"/>
                <a:ea typeface="Verdana"/>
              </a:rPr>
              <a:t> </a:t>
            </a:r>
            <a:r>
              <a:rPr lang="en-US" err="1">
                <a:solidFill>
                  <a:srgbClr val="262626"/>
                </a:solidFill>
                <a:latin typeface="Verdana"/>
                <a:ea typeface="Verdana"/>
              </a:rPr>
              <a:t>kuulamast</a:t>
            </a:r>
            <a:endParaRPr lang="et-EE" b="0">
              <a:solidFill>
                <a:srgbClr val="000000"/>
              </a:solidFill>
              <a:ea typeface="Verdana"/>
            </a:endParaRPr>
          </a:p>
          <a:p>
            <a:endParaRPr lang="et-EE" altLang="en-US">
              <a:ea typeface="Verdan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555" y="1958640"/>
            <a:ext cx="2447645" cy="137068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4C79544-86CA-5877-914E-A09FC0CAC5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dirty="0" err="1">
                <a:latin typeface="Verdana"/>
                <a:ea typeface="Verdana"/>
              </a:rPr>
              <a:t>Trükkplaat</a:t>
            </a:r>
            <a:endParaRPr lang="en-US" dirty="0" err="1">
              <a:ea typeface="Verdana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DC44B-C01E-DFAD-7966-B38D6A0674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Placeholder 5" descr="A green circuit board with yellow dots and black circles">
            <a:extLst>
              <a:ext uri="{FF2B5EF4-FFF2-40B4-BE49-F238E27FC236}">
                <a16:creationId xmlns:a16="http://schemas.microsoft.com/office/drawing/2014/main" id="{70EFB22D-86FA-0BCC-9A3D-29CB02DE1A9A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l="6609" t="3881" r="14224" b="9606"/>
          <a:stretch>
            <a:fillRect/>
          </a:stretch>
        </p:blipFill>
        <p:spPr>
          <a:xfrm>
            <a:off x="5043855" y="547472"/>
            <a:ext cx="5762555" cy="606344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483334-F22B-F1AA-9877-869607DD4DB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10386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C31EB-8CF1-1FB2-F5DC-299C9E46BF8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20</a:t>
            </a:fld>
            <a:endParaRPr lang="en-GB"/>
          </a:p>
        </p:txBody>
      </p:sp>
      <p:pic>
        <p:nvPicPr>
          <p:cNvPr id="5" name="Picture 4" descr="A screen shot of a diagram&#10;&#10;AI-generated content may be incorrect.">
            <a:extLst>
              <a:ext uri="{FF2B5EF4-FFF2-40B4-BE49-F238E27FC236}">
                <a16:creationId xmlns:a16="http://schemas.microsoft.com/office/drawing/2014/main" id="{B3E3D8F9-C492-4395-A389-60EC677027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15" t="32917" r="29074" b="27973"/>
          <a:stretch>
            <a:fillRect/>
          </a:stretch>
        </p:blipFill>
        <p:spPr>
          <a:xfrm>
            <a:off x="2965450" y="767194"/>
            <a:ext cx="6261100" cy="5323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870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8E9543-DA1A-7DE3-869F-CA1D3282E8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>
                <a:latin typeface="Verdana"/>
                <a:ea typeface="Verdana"/>
              </a:rPr>
              <a:t>KICAD (SKEEM) : (</a:t>
            </a:r>
            <a:r>
              <a:rPr lang="en-US" err="1">
                <a:latin typeface="Verdana"/>
                <a:ea typeface="Verdana"/>
              </a:rPr>
              <a:t>analoog</a:t>
            </a:r>
            <a:r>
              <a:rPr lang="en-US">
                <a:latin typeface="Verdana"/>
                <a:ea typeface="Verdana"/>
              </a:rPr>
              <a:t>)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ADE75-9E7A-8A0F-F3BE-F6796772A59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21</a:t>
            </a:fld>
            <a:endParaRPr lang="en-GB"/>
          </a:p>
        </p:txBody>
      </p:sp>
      <p:pic>
        <p:nvPicPr>
          <p:cNvPr id="5" name="Picture 4" descr="A diagram of a circuit board&#10;&#10;AI-generated content may be incorrect.">
            <a:extLst>
              <a:ext uri="{FF2B5EF4-FFF2-40B4-BE49-F238E27FC236}">
                <a16:creationId xmlns:a16="http://schemas.microsoft.com/office/drawing/2014/main" id="{FA150F8B-7C59-15FF-9B69-E0AA19B85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446" y="866896"/>
            <a:ext cx="8801462" cy="567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125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'i kujundus">
  <a:themeElements>
    <a:clrScheme name="TalTech">
      <a:dk1>
        <a:srgbClr val="000000"/>
      </a:dk1>
      <a:lt1>
        <a:srgbClr val="FFFFFF"/>
      </a:lt1>
      <a:dk2>
        <a:srgbClr val="332B60"/>
      </a:dk2>
      <a:lt2>
        <a:srgbClr val="DADAE4"/>
      </a:lt2>
      <a:accent1>
        <a:srgbClr val="E4067E"/>
      </a:accent1>
      <a:accent2>
        <a:srgbClr val="9396B0"/>
      </a:accent2>
      <a:accent3>
        <a:srgbClr val="AB1352"/>
      </a:accent3>
      <a:accent4>
        <a:srgbClr val="4FBFD3"/>
      </a:accent4>
      <a:accent5>
        <a:srgbClr val="332B60"/>
      </a:accent5>
      <a:accent6>
        <a:srgbClr val="DADAE4"/>
      </a:accent6>
      <a:hlink>
        <a:srgbClr val="AB1352"/>
      </a:hlink>
      <a:folHlink>
        <a:srgbClr val="AB1352"/>
      </a:folHlink>
    </a:clrScheme>
    <a:fontScheme name="TTÜ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wrap="square" rtlCol="0" anchor="ctr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alTech_lühike_16-9_EST" id="{F8045980-E2B7-4176-8725-9235C7439C8B}" vid="{D597BC0D-E4B7-4CEF-BB26-FD0EAC940AC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41FD6AF7FC424189B0BAF161424567" ma:contentTypeVersion="3" ma:contentTypeDescription="Create a new document." ma:contentTypeScope="" ma:versionID="eee0fd60f927259333fb98fa60e06375">
  <xsd:schema xmlns:xsd="http://www.w3.org/2001/XMLSchema" xmlns:xs="http://www.w3.org/2001/XMLSchema" xmlns:p="http://schemas.microsoft.com/office/2006/metadata/properties" xmlns:ns2="566746a8-eac2-41fe-b884-0b6d892bfce3" targetNamespace="http://schemas.microsoft.com/office/2006/metadata/properties" ma:root="true" ma:fieldsID="3c8bea2a17d4ddf2e71864d746dea5d8" ns2:_="">
    <xsd:import namespace="566746a8-eac2-41fe-b884-0b6d892bfc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6746a8-eac2-41fe-b884-0b6d892bfc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BED1B01-1F27-469B-A5F2-E2EBFE6DB13E}">
  <ds:schemaRefs>
    <ds:schemaRef ds:uri="566746a8-eac2-41fe-b884-0b6d892bfce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F11662C-13BE-41E0-B1F1-0E975B481BAA}">
  <ds:schemaRefs>
    <ds:schemaRef ds:uri="566746a8-eac2-41fe-b884-0b6d892bfce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97BE2F7-8E6D-4684-953C-BB536E84C1F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6_week</Template>
  <TotalTime>0</TotalTime>
  <Words>330</Words>
  <Application>Microsoft Office PowerPoint</Application>
  <PresentationFormat>Widescreen</PresentationFormat>
  <Paragraphs>60</Paragraphs>
  <Slides>21</Slides>
  <Notes>2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Office'i kujundus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Uko Poschlin</dc:creator>
  <cp:lastModifiedBy>Uko Poschlin</cp:lastModifiedBy>
  <cp:revision>192</cp:revision>
  <dcterms:created xsi:type="dcterms:W3CDTF">2025-10-21T09:29:23Z</dcterms:created>
  <dcterms:modified xsi:type="dcterms:W3CDTF">2025-11-18T19:13:34Z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9643374</vt:lpwstr>
  </property>
  <property fmtid="{D5CDD505-2E9C-101B-9397-08002B2CF9AE}" pid="3" name="NXPowerLiteSettings">
    <vt:lpwstr>C780073804F000</vt:lpwstr>
  </property>
  <property fmtid="{D5CDD505-2E9C-101B-9397-08002B2CF9AE}" pid="4" name="NXPowerLiteVersion">
    <vt:lpwstr>D8.0.4</vt:lpwstr>
  </property>
  <property fmtid="{D5CDD505-2E9C-101B-9397-08002B2CF9AE}" pid="5" name="ContentTypeId">
    <vt:lpwstr>0x0101008E41FD6AF7FC424189B0BAF161424567</vt:lpwstr>
  </property>
</Properties>
</file>