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2" r:id="rId4"/>
  </p:sldMasterIdLst>
  <p:notesMasterIdLst>
    <p:notesMasterId r:id="rId19"/>
  </p:notesMasterIdLst>
  <p:handoutMasterIdLst>
    <p:handoutMasterId r:id="rId20"/>
  </p:handoutMasterIdLst>
  <p:sldIdLst>
    <p:sldId id="318" r:id="rId5"/>
    <p:sldId id="316" r:id="rId6"/>
    <p:sldId id="317" r:id="rId7"/>
    <p:sldId id="337" r:id="rId8"/>
    <p:sldId id="334" r:id="rId9"/>
    <p:sldId id="335" r:id="rId10"/>
    <p:sldId id="331" r:id="rId11"/>
    <p:sldId id="332" r:id="rId12"/>
    <p:sldId id="338" r:id="rId13"/>
    <p:sldId id="333" r:id="rId14"/>
    <p:sldId id="276" r:id="rId15"/>
    <p:sldId id="336" r:id="rId16"/>
    <p:sldId id="339" r:id="rId17"/>
    <p:sldId id="340" r:id="rId1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EE36AF8D-5BEB-E041-9101-0495C1E2400F}">
          <p14:sldIdLst>
            <p14:sldId id="318"/>
            <p14:sldId id="316"/>
            <p14:sldId id="317"/>
            <p14:sldId id="337"/>
            <p14:sldId id="334"/>
            <p14:sldId id="335"/>
            <p14:sldId id="331"/>
            <p14:sldId id="332"/>
            <p14:sldId id="338"/>
            <p14:sldId id="333"/>
            <p14:sldId id="276"/>
            <p14:sldId id="336"/>
            <p14:sldId id="339"/>
            <p14:sldId id="340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2B60"/>
    <a:srgbClr val="4FBFD3"/>
    <a:srgbClr val="E4067E"/>
    <a:srgbClr val="4F4C4E"/>
    <a:srgbClr val="808285"/>
    <a:srgbClr val="96004F"/>
    <a:srgbClr val="4D4D4F"/>
    <a:srgbClr val="C9C9C9"/>
    <a:srgbClr val="D385A9"/>
    <a:srgbClr val="C25B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15500D-782C-0FF3-CD77-54A8F20F917A}" v="109" dt="2025-10-07T18:17:54.416"/>
    <p1510:client id="{8B657F60-1CCD-0760-1C3A-A468CD6CA468}" v="41" dt="2025-10-07T11:10:32.389"/>
    <p1510:client id="{9A9CFCC6-B1E0-F666-89CF-5D42195A09BF}" v="265" dt="2025-10-07T15:09:41.830"/>
    <p1510:client id="{DD71BBAA-EE65-5434-B3C0-306AAA5B400E}" v="1" dt="2025-10-07T14:55:34.947"/>
    <p1510:client id="{F2670006-E6B2-4E0C-B886-C7A4C4B841F6}" v="471" dt="2025-10-07T15:04:06.6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Kujunduslaad 1 – rõhk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Kujunduslaad 1 – rõhk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üri Kajava" userId="S::jukaja@taltech.ee::362f4973-aeb2-456d-91ab-e6c0b77fd48b" providerId="AD" clId="Web-{2B15500D-782C-0FF3-CD77-54A8F20F917A}"/>
    <pc:docChg chg="addSld delSld modSld modSection">
      <pc:chgData name="Jüri Kajava" userId="S::jukaja@taltech.ee::362f4973-aeb2-456d-91ab-e6c0b77fd48b" providerId="AD" clId="Web-{2B15500D-782C-0FF3-CD77-54A8F20F917A}" dt="2025-10-07T18:17:54.416" v="100" actId="20577"/>
      <pc:docMkLst>
        <pc:docMk/>
      </pc:docMkLst>
      <pc:sldChg chg="modSp">
        <pc:chgData name="Jüri Kajava" userId="S::jukaja@taltech.ee::362f4973-aeb2-456d-91ab-e6c0b77fd48b" providerId="AD" clId="Web-{2B15500D-782C-0FF3-CD77-54A8F20F917A}" dt="2025-10-07T18:17:54.416" v="100" actId="20577"/>
        <pc:sldMkLst>
          <pc:docMk/>
          <pc:sldMk cId="768852016" sldId="332"/>
        </pc:sldMkLst>
        <pc:spChg chg="mod">
          <ac:chgData name="Jüri Kajava" userId="S::jukaja@taltech.ee::362f4973-aeb2-456d-91ab-e6c0b77fd48b" providerId="AD" clId="Web-{2B15500D-782C-0FF3-CD77-54A8F20F917A}" dt="2025-10-07T18:17:54.416" v="100" actId="20577"/>
          <ac:spMkLst>
            <pc:docMk/>
            <pc:sldMk cId="768852016" sldId="332"/>
            <ac:spMk id="4" creationId="{89C5BCDD-396F-B4CF-F5E8-59CF269EE5FB}"/>
          </ac:spMkLst>
        </pc:spChg>
        <pc:picChg chg="mod">
          <ac:chgData name="Jüri Kajava" userId="S::jukaja@taltech.ee::362f4973-aeb2-456d-91ab-e6c0b77fd48b" providerId="AD" clId="Web-{2B15500D-782C-0FF3-CD77-54A8F20F917A}" dt="2025-10-07T15:13:27.962" v="16" actId="14100"/>
          <ac:picMkLst>
            <pc:docMk/>
            <pc:sldMk cId="768852016" sldId="332"/>
            <ac:picMk id="7" creationId="{B6C38FC0-76FB-4E3B-924A-FDC0E7A86C3B}"/>
          </ac:picMkLst>
        </pc:picChg>
      </pc:sldChg>
      <pc:sldChg chg="addSp delSp modSp">
        <pc:chgData name="Jüri Kajava" userId="S::jukaja@taltech.ee::362f4973-aeb2-456d-91ab-e6c0b77fd48b" providerId="AD" clId="Web-{2B15500D-782C-0FF3-CD77-54A8F20F917A}" dt="2025-10-07T15:14:59.307" v="27" actId="1076"/>
        <pc:sldMkLst>
          <pc:docMk/>
          <pc:sldMk cId="1898414222" sldId="333"/>
        </pc:sldMkLst>
        <pc:spChg chg="del">
          <ac:chgData name="Jüri Kajava" userId="S::jukaja@taltech.ee::362f4973-aeb2-456d-91ab-e6c0b77fd48b" providerId="AD" clId="Web-{2B15500D-782C-0FF3-CD77-54A8F20F917A}" dt="2025-10-07T15:14:53.463" v="26"/>
          <ac:spMkLst>
            <pc:docMk/>
            <pc:sldMk cId="1898414222" sldId="333"/>
            <ac:spMk id="6" creationId="{8F38B705-330E-2B2B-23D7-05F30EECEBEC}"/>
          </ac:spMkLst>
        </pc:spChg>
        <pc:spChg chg="del">
          <ac:chgData name="Jüri Kajava" userId="S::jukaja@taltech.ee::362f4973-aeb2-456d-91ab-e6c0b77fd48b" providerId="AD" clId="Web-{2B15500D-782C-0FF3-CD77-54A8F20F917A}" dt="2025-10-07T15:14:50.604" v="25"/>
          <ac:spMkLst>
            <pc:docMk/>
            <pc:sldMk cId="1898414222" sldId="333"/>
            <ac:spMk id="8" creationId="{5BA73EA4-2998-1C1D-885A-5DE74EA989E4}"/>
          </ac:spMkLst>
        </pc:spChg>
        <pc:picChg chg="mod">
          <ac:chgData name="Jüri Kajava" userId="S::jukaja@taltech.ee::362f4973-aeb2-456d-91ab-e6c0b77fd48b" providerId="AD" clId="Web-{2B15500D-782C-0FF3-CD77-54A8F20F917A}" dt="2025-10-07T15:14:59.307" v="27" actId="1076"/>
          <ac:picMkLst>
            <pc:docMk/>
            <pc:sldMk cId="1898414222" sldId="333"/>
            <ac:picMk id="3" creationId="{4C6FD910-CA4D-3C56-9FE3-83A64215FB3B}"/>
          </ac:picMkLst>
        </pc:picChg>
        <pc:inkChg chg="add del">
          <ac:chgData name="Jüri Kajava" userId="S::jukaja@taltech.ee::362f4973-aeb2-456d-91ab-e6c0b77fd48b" providerId="AD" clId="Web-{2B15500D-782C-0FF3-CD77-54A8F20F917A}" dt="2025-10-07T15:14:33.666" v="22"/>
          <ac:inkMkLst>
            <pc:docMk/>
            <pc:sldMk cId="1898414222" sldId="333"/>
            <ac:inkMk id="4" creationId="{C5558D47-A25C-F91B-A4A0-D0C58FD08AC1}"/>
          </ac:inkMkLst>
        </pc:inkChg>
        <pc:inkChg chg="add del">
          <ac:chgData name="Jüri Kajava" userId="S::jukaja@taltech.ee::362f4973-aeb2-456d-91ab-e6c0b77fd48b" providerId="AD" clId="Web-{2B15500D-782C-0FF3-CD77-54A8F20F917A}" dt="2025-10-07T15:14:33.400" v="21"/>
          <ac:inkMkLst>
            <pc:docMk/>
            <pc:sldMk cId="1898414222" sldId="333"/>
            <ac:inkMk id="5" creationId="{A07A5ECC-8395-70C0-9950-6CD04468EBC1}"/>
          </ac:inkMkLst>
        </pc:inkChg>
        <pc:inkChg chg="add del">
          <ac:chgData name="Jüri Kajava" userId="S::jukaja@taltech.ee::362f4973-aeb2-456d-91ab-e6c0b77fd48b" providerId="AD" clId="Web-{2B15500D-782C-0FF3-CD77-54A8F20F917A}" dt="2025-10-07T15:14:37.025" v="24"/>
          <ac:inkMkLst>
            <pc:docMk/>
            <pc:sldMk cId="1898414222" sldId="333"/>
            <ac:inkMk id="7" creationId="{26664924-E69E-588A-CC34-2B69E65B7B44}"/>
          </ac:inkMkLst>
        </pc:inkChg>
      </pc:sldChg>
      <pc:sldChg chg="addSp">
        <pc:chgData name="Jüri Kajava" userId="S::jukaja@taltech.ee::362f4973-aeb2-456d-91ab-e6c0b77fd48b" providerId="AD" clId="Web-{2B15500D-782C-0FF3-CD77-54A8F20F917A}" dt="2025-10-07T15:14:11.525" v="18"/>
        <pc:sldMkLst>
          <pc:docMk/>
          <pc:sldMk cId="115709552" sldId="338"/>
        </pc:sldMkLst>
        <pc:inkChg chg="add">
          <ac:chgData name="Jüri Kajava" userId="S::jukaja@taltech.ee::362f4973-aeb2-456d-91ab-e6c0b77fd48b" providerId="AD" clId="Web-{2B15500D-782C-0FF3-CD77-54A8F20F917A}" dt="2025-10-07T15:14:01.556" v="17"/>
          <ac:inkMkLst>
            <pc:docMk/>
            <pc:sldMk cId="115709552" sldId="338"/>
            <ac:inkMk id="3" creationId="{FCFF3C2F-50B2-D057-5950-5E1489444E09}"/>
          </ac:inkMkLst>
        </pc:inkChg>
        <pc:inkChg chg="add">
          <ac:chgData name="Jüri Kajava" userId="S::jukaja@taltech.ee::362f4973-aeb2-456d-91ab-e6c0b77fd48b" providerId="AD" clId="Web-{2B15500D-782C-0FF3-CD77-54A8F20F917A}" dt="2025-10-07T15:14:11.525" v="18"/>
          <ac:inkMkLst>
            <pc:docMk/>
            <pc:sldMk cId="115709552" sldId="338"/>
            <ac:inkMk id="8" creationId="{C157E9EF-FCD6-0E52-5589-36FF825EA6D1}"/>
          </ac:inkMkLst>
        </pc:inkChg>
      </pc:sldChg>
      <pc:sldChg chg="addSp delSp modSp new">
        <pc:chgData name="Jüri Kajava" userId="S::jukaja@taltech.ee::362f4973-aeb2-456d-91ab-e6c0b77fd48b" providerId="AD" clId="Web-{2B15500D-782C-0FF3-CD77-54A8F20F917A}" dt="2025-10-07T17:21:11.167" v="49" actId="1076"/>
        <pc:sldMkLst>
          <pc:docMk/>
          <pc:sldMk cId="594795596" sldId="339"/>
        </pc:sldMkLst>
        <pc:spChg chg="mod">
          <ac:chgData name="Jüri Kajava" userId="S::jukaja@taltech.ee::362f4973-aeb2-456d-91ab-e6c0b77fd48b" providerId="AD" clId="Web-{2B15500D-782C-0FF3-CD77-54A8F20F917A}" dt="2025-10-07T17:20:35.979" v="36" actId="20577"/>
          <ac:spMkLst>
            <pc:docMk/>
            <pc:sldMk cId="594795596" sldId="339"/>
            <ac:spMk id="2" creationId="{5AFD94B7-866F-024D-78BF-51EA50525C7C}"/>
          </ac:spMkLst>
        </pc:spChg>
        <pc:spChg chg="del">
          <ac:chgData name="Jüri Kajava" userId="S::jukaja@taltech.ee::362f4973-aeb2-456d-91ab-e6c0b77fd48b" providerId="AD" clId="Web-{2B15500D-782C-0FF3-CD77-54A8F20F917A}" dt="2025-10-07T17:20:43.214" v="37"/>
          <ac:spMkLst>
            <pc:docMk/>
            <pc:sldMk cId="594795596" sldId="339"/>
            <ac:spMk id="4" creationId="{FE128E4B-0224-2E82-A590-BB295302E5DE}"/>
          </ac:spMkLst>
        </pc:spChg>
        <pc:picChg chg="add mod ord modCrop">
          <ac:chgData name="Jüri Kajava" userId="S::jukaja@taltech.ee::362f4973-aeb2-456d-91ab-e6c0b77fd48b" providerId="AD" clId="Web-{2B15500D-782C-0FF3-CD77-54A8F20F917A}" dt="2025-10-07T17:21:11.167" v="49" actId="1076"/>
          <ac:picMkLst>
            <pc:docMk/>
            <pc:sldMk cId="594795596" sldId="339"/>
            <ac:picMk id="6" creationId="{217FA7E4-F87C-D96E-CD6E-64B6767BF13B}"/>
          </ac:picMkLst>
        </pc:picChg>
      </pc:sldChg>
      <pc:sldChg chg="del">
        <pc:chgData name="Jüri Kajava" userId="S::jukaja@taltech.ee::362f4973-aeb2-456d-91ab-e6c0b77fd48b" providerId="AD" clId="Web-{2B15500D-782C-0FF3-CD77-54A8F20F917A}" dt="2025-10-07T16:11:52.539" v="28"/>
        <pc:sldMkLst>
          <pc:docMk/>
          <pc:sldMk cId="1217944162" sldId="339"/>
        </pc:sldMkLst>
      </pc:sldChg>
      <pc:sldChg chg="addSp delSp modSp new">
        <pc:chgData name="Jüri Kajava" userId="S::jukaja@taltech.ee::362f4973-aeb2-456d-91ab-e6c0b77fd48b" providerId="AD" clId="Web-{2B15500D-782C-0FF3-CD77-54A8F20F917A}" dt="2025-10-07T18:15:54.540" v="81" actId="1076"/>
        <pc:sldMkLst>
          <pc:docMk/>
          <pc:sldMk cId="2707363259" sldId="340"/>
        </pc:sldMkLst>
        <pc:spChg chg="del">
          <ac:chgData name="Jüri Kajava" userId="S::jukaja@taltech.ee::362f4973-aeb2-456d-91ab-e6c0b77fd48b" providerId="AD" clId="Web-{2B15500D-782C-0FF3-CD77-54A8F20F917A}" dt="2025-10-07T18:09:43.596" v="51"/>
          <ac:spMkLst>
            <pc:docMk/>
            <pc:sldMk cId="2707363259" sldId="340"/>
            <ac:spMk id="4" creationId="{74991A16-D56F-65B6-6427-BA3271184B76}"/>
          </ac:spMkLst>
        </pc:spChg>
        <pc:spChg chg="add del mod">
          <ac:chgData name="Jüri Kajava" userId="S::jukaja@taltech.ee::362f4973-aeb2-456d-91ab-e6c0b77fd48b" providerId="AD" clId="Web-{2B15500D-782C-0FF3-CD77-54A8F20F917A}" dt="2025-10-07T18:12:17.347" v="57"/>
          <ac:spMkLst>
            <pc:docMk/>
            <pc:sldMk cId="2707363259" sldId="340"/>
            <ac:spMk id="8" creationId="{2B8C6750-BE75-3D91-B4DC-D899CC3A960E}"/>
          </ac:spMkLst>
        </pc:spChg>
        <pc:spChg chg="add del mod">
          <ac:chgData name="Jüri Kajava" userId="S::jukaja@taltech.ee::362f4973-aeb2-456d-91ab-e6c0b77fd48b" providerId="AD" clId="Web-{2B15500D-782C-0FF3-CD77-54A8F20F917A}" dt="2025-10-07T18:12:46.847" v="63"/>
          <ac:spMkLst>
            <pc:docMk/>
            <pc:sldMk cId="2707363259" sldId="340"/>
            <ac:spMk id="11" creationId="{B53EA332-267B-287D-EA63-FF7FFB2BF476}"/>
          </ac:spMkLst>
        </pc:spChg>
        <pc:spChg chg="add del mod">
          <ac:chgData name="Jüri Kajava" userId="S::jukaja@taltech.ee::362f4973-aeb2-456d-91ab-e6c0b77fd48b" providerId="AD" clId="Web-{2B15500D-782C-0FF3-CD77-54A8F20F917A}" dt="2025-10-07T18:15:39.353" v="74"/>
          <ac:spMkLst>
            <pc:docMk/>
            <pc:sldMk cId="2707363259" sldId="340"/>
            <ac:spMk id="14" creationId="{4B426A61-6F5E-70AF-1583-5938E3358F6B}"/>
          </ac:spMkLst>
        </pc:spChg>
        <pc:picChg chg="add del mod ord modCrop">
          <ac:chgData name="Jüri Kajava" userId="S::jukaja@taltech.ee::362f4973-aeb2-456d-91ab-e6c0b77fd48b" providerId="AD" clId="Web-{2B15500D-782C-0FF3-CD77-54A8F20F917A}" dt="2025-10-07T18:12:16.081" v="56"/>
          <ac:picMkLst>
            <pc:docMk/>
            <pc:sldMk cId="2707363259" sldId="340"/>
            <ac:picMk id="6" creationId="{23868449-4E46-99B7-0E1C-FA57B9FB00A4}"/>
          </ac:picMkLst>
        </pc:picChg>
        <pc:picChg chg="add del mod ord modCrop">
          <ac:chgData name="Jüri Kajava" userId="S::jukaja@taltech.ee::362f4973-aeb2-456d-91ab-e6c0b77fd48b" providerId="AD" clId="Web-{2B15500D-782C-0FF3-CD77-54A8F20F917A}" dt="2025-10-07T18:12:25.690" v="62"/>
          <ac:picMkLst>
            <pc:docMk/>
            <pc:sldMk cId="2707363259" sldId="340"/>
            <ac:picMk id="9" creationId="{848944E8-AF6F-7DFE-9AC3-3CEC75A3173A}"/>
          </ac:picMkLst>
        </pc:picChg>
        <pc:picChg chg="add del mod ord modCrop">
          <ac:chgData name="Jüri Kajava" userId="S::jukaja@taltech.ee::362f4973-aeb2-456d-91ab-e6c0b77fd48b" providerId="AD" clId="Web-{2B15500D-782C-0FF3-CD77-54A8F20F917A}" dt="2025-10-07T18:15:35.634" v="73"/>
          <ac:picMkLst>
            <pc:docMk/>
            <pc:sldMk cId="2707363259" sldId="340"/>
            <ac:picMk id="12" creationId="{6C158773-DDF0-6DD7-3CCC-5158221B64DC}"/>
          </ac:picMkLst>
        </pc:picChg>
        <pc:picChg chg="add mod ord modCrop">
          <ac:chgData name="Jüri Kajava" userId="S::jukaja@taltech.ee::362f4973-aeb2-456d-91ab-e6c0b77fd48b" providerId="AD" clId="Web-{2B15500D-782C-0FF3-CD77-54A8F20F917A}" dt="2025-10-07T18:15:54.540" v="81" actId="1076"/>
          <ac:picMkLst>
            <pc:docMk/>
            <pc:sldMk cId="2707363259" sldId="340"/>
            <ac:picMk id="15" creationId="{CD071BD9-6B58-2792-7156-D1A24BB37EA0}"/>
          </ac:picMkLst>
        </pc:picChg>
      </pc:sldChg>
    </pc:docChg>
  </pc:docChgLst>
  <pc:docChgLst>
    <pc:chgData name="Uko Poschlin" userId="3e88abbf-6602-4e57-8fe1-e464845f1e50" providerId="ADAL" clId="{0135FD9E-C436-40AB-99B3-5B0034B8E346}"/>
    <pc:docChg chg="custSel addSld delSld modSld modSection">
      <pc:chgData name="Uko Poschlin" userId="3e88abbf-6602-4e57-8fe1-e464845f1e50" providerId="ADAL" clId="{0135FD9E-C436-40AB-99B3-5B0034B8E346}" dt="2025-10-07T15:04:06.606" v="491" actId="27636"/>
      <pc:docMkLst>
        <pc:docMk/>
      </pc:docMkLst>
      <pc:sldChg chg="addSp modSp mod">
        <pc:chgData name="Uko Poschlin" userId="3e88abbf-6602-4e57-8fe1-e464845f1e50" providerId="ADAL" clId="{0135FD9E-C436-40AB-99B3-5B0034B8E346}" dt="2025-10-07T15:04:06.606" v="491" actId="27636"/>
        <pc:sldMkLst>
          <pc:docMk/>
          <pc:sldMk cId="1344556113" sldId="317"/>
        </pc:sldMkLst>
        <pc:spChg chg="mod">
          <ac:chgData name="Uko Poschlin" userId="3e88abbf-6602-4e57-8fe1-e464845f1e50" providerId="ADAL" clId="{0135FD9E-C436-40AB-99B3-5B0034B8E346}" dt="2025-10-04T19:45:08.824" v="71" actId="20577"/>
          <ac:spMkLst>
            <pc:docMk/>
            <pc:sldMk cId="1344556113" sldId="317"/>
            <ac:spMk id="7170" creationId="{00000000-0000-0000-0000-000000000000}"/>
          </ac:spMkLst>
        </pc:spChg>
        <pc:spChg chg="mod">
          <ac:chgData name="Uko Poschlin" userId="3e88abbf-6602-4e57-8fe1-e464845f1e50" providerId="ADAL" clId="{0135FD9E-C436-40AB-99B3-5B0034B8E346}" dt="2025-10-07T15:04:06.606" v="491" actId="27636"/>
          <ac:spMkLst>
            <pc:docMk/>
            <pc:sldMk cId="1344556113" sldId="317"/>
            <ac:spMk id="7171" creationId="{00000000-0000-0000-0000-000000000000}"/>
          </ac:spMkLst>
        </pc:spChg>
      </pc:sldChg>
      <pc:sldChg chg="addSp delSp modSp mod">
        <pc:chgData name="Uko Poschlin" userId="3e88abbf-6602-4e57-8fe1-e464845f1e50" providerId="ADAL" clId="{0135FD9E-C436-40AB-99B3-5B0034B8E346}" dt="2025-10-06T09:34:00.866" v="246" actId="1076"/>
        <pc:sldMkLst>
          <pc:docMk/>
          <pc:sldMk cId="2181591381" sldId="334"/>
        </pc:sldMkLst>
        <pc:spChg chg="mod">
          <ac:chgData name="Uko Poschlin" userId="3e88abbf-6602-4e57-8fe1-e464845f1e50" providerId="ADAL" clId="{0135FD9E-C436-40AB-99B3-5B0034B8E346}" dt="2025-10-04T19:59:09.513" v="109" actId="20577"/>
          <ac:spMkLst>
            <pc:docMk/>
            <pc:sldMk cId="2181591381" sldId="334"/>
            <ac:spMk id="7170" creationId="{5316BFA5-13FB-EC56-3EB3-247964B7EABB}"/>
          </ac:spMkLst>
        </pc:spChg>
        <pc:spChg chg="del mod">
          <ac:chgData name="Uko Poschlin" userId="3e88abbf-6602-4e57-8fe1-e464845f1e50" providerId="ADAL" clId="{0135FD9E-C436-40AB-99B3-5B0034B8E346}" dt="2025-10-06T09:33:45.057" v="243" actId="478"/>
          <ac:spMkLst>
            <pc:docMk/>
            <pc:sldMk cId="2181591381" sldId="334"/>
            <ac:spMk id="7171" creationId="{BE3BE301-2059-082F-38B2-9E32D3419612}"/>
          </ac:spMkLst>
        </pc:spChg>
        <pc:picChg chg="add mod">
          <ac:chgData name="Uko Poschlin" userId="3e88abbf-6602-4e57-8fe1-e464845f1e50" providerId="ADAL" clId="{0135FD9E-C436-40AB-99B3-5B0034B8E346}" dt="2025-10-06T09:34:00.866" v="246" actId="1076"/>
          <ac:picMkLst>
            <pc:docMk/>
            <pc:sldMk cId="2181591381" sldId="334"/>
            <ac:picMk id="5" creationId="{C6113891-487A-7E1C-07D1-33583A185C26}"/>
          </ac:picMkLst>
        </pc:picChg>
      </pc:sldChg>
      <pc:sldChg chg="addSp delSp modSp new mod">
        <pc:chgData name="Uko Poschlin" userId="3e88abbf-6602-4e57-8fe1-e464845f1e50" providerId="ADAL" clId="{0135FD9E-C436-40AB-99B3-5B0034B8E346}" dt="2025-10-06T13:36:12.657" v="470" actId="14100"/>
        <pc:sldMkLst>
          <pc:docMk/>
          <pc:sldMk cId="2608721041" sldId="335"/>
        </pc:sldMkLst>
        <pc:spChg chg="mod">
          <ac:chgData name="Uko Poschlin" userId="3e88abbf-6602-4e57-8fe1-e464845f1e50" providerId="ADAL" clId="{0135FD9E-C436-40AB-99B3-5B0034B8E346}" dt="2025-10-04T20:08:17.246" v="213" actId="20577"/>
          <ac:spMkLst>
            <pc:docMk/>
            <pc:sldMk cId="2608721041" sldId="335"/>
            <ac:spMk id="2" creationId="{545E944A-5612-D11F-B894-460799811BAA}"/>
          </ac:spMkLst>
        </pc:spChg>
        <pc:spChg chg="del mod">
          <ac:chgData name="Uko Poschlin" userId="3e88abbf-6602-4e57-8fe1-e464845f1e50" providerId="ADAL" clId="{0135FD9E-C436-40AB-99B3-5B0034B8E346}" dt="2025-10-06T13:35:43.741" v="467" actId="478"/>
          <ac:spMkLst>
            <pc:docMk/>
            <pc:sldMk cId="2608721041" sldId="335"/>
            <ac:spMk id="4" creationId="{E3E71DD7-BDAC-EC47-3BFA-29F4E603147B}"/>
          </ac:spMkLst>
        </pc:spChg>
        <pc:spChg chg="mod">
          <ac:chgData name="Uko Poschlin" userId="3e88abbf-6602-4e57-8fe1-e464845f1e50" providerId="ADAL" clId="{0135FD9E-C436-40AB-99B3-5B0034B8E346}" dt="2025-10-06T13:34:00.205" v="392" actId="14100"/>
          <ac:spMkLst>
            <pc:docMk/>
            <pc:sldMk cId="2608721041" sldId="335"/>
            <ac:spMk id="5" creationId="{96A8BBA3-45A0-506E-A279-23E65E349FC8}"/>
          </ac:spMkLst>
        </pc:spChg>
        <pc:spChg chg="add mod">
          <ac:chgData name="Uko Poschlin" userId="3e88abbf-6602-4e57-8fe1-e464845f1e50" providerId="ADAL" clId="{0135FD9E-C436-40AB-99B3-5B0034B8E346}" dt="2025-10-06T13:34:53.556" v="420" actId="207"/>
          <ac:spMkLst>
            <pc:docMk/>
            <pc:sldMk cId="2608721041" sldId="335"/>
            <ac:spMk id="6" creationId="{8FDBC015-BF07-E15C-A9B9-8CEEE3ABE1FA}"/>
          </ac:spMkLst>
        </pc:spChg>
        <pc:spChg chg="add del mod">
          <ac:chgData name="Uko Poschlin" userId="3e88abbf-6602-4e57-8fe1-e464845f1e50" providerId="ADAL" clId="{0135FD9E-C436-40AB-99B3-5B0034B8E346}" dt="2025-10-06T13:35:21.456" v="466" actId="478"/>
          <ac:spMkLst>
            <pc:docMk/>
            <pc:sldMk cId="2608721041" sldId="335"/>
            <ac:spMk id="8" creationId="{9EB4492D-1A28-7EF7-B1AE-B2026B917BBD}"/>
          </ac:spMkLst>
        </pc:spChg>
        <pc:spChg chg="add del mod">
          <ac:chgData name="Uko Poschlin" userId="3e88abbf-6602-4e57-8fe1-e464845f1e50" providerId="ADAL" clId="{0135FD9E-C436-40AB-99B3-5B0034B8E346}" dt="2025-10-06T13:35:46.450" v="468" actId="478"/>
          <ac:spMkLst>
            <pc:docMk/>
            <pc:sldMk cId="2608721041" sldId="335"/>
            <ac:spMk id="11" creationId="{37FA6C09-2BDF-2F92-B97F-FEBAD82322EE}"/>
          </ac:spMkLst>
        </pc:spChg>
        <pc:picChg chg="add mod">
          <ac:chgData name="Uko Poschlin" userId="3e88abbf-6602-4e57-8fe1-e464845f1e50" providerId="ADAL" clId="{0135FD9E-C436-40AB-99B3-5B0034B8E346}" dt="2025-10-06T13:36:12.657" v="470" actId="14100"/>
          <ac:picMkLst>
            <pc:docMk/>
            <pc:sldMk cId="2608721041" sldId="335"/>
            <ac:picMk id="9" creationId="{60ECCF62-B146-492C-A30E-FFFF948B4E52}"/>
          </ac:picMkLst>
        </pc:picChg>
      </pc:sldChg>
      <pc:sldChg chg="addSp delSp modSp new mod">
        <pc:chgData name="Uko Poschlin" userId="3e88abbf-6602-4e57-8fe1-e464845f1e50" providerId="ADAL" clId="{0135FD9E-C436-40AB-99B3-5B0034B8E346}" dt="2025-10-04T20:10:04.954" v="234" actId="1076"/>
        <pc:sldMkLst>
          <pc:docMk/>
          <pc:sldMk cId="2020384576" sldId="336"/>
        </pc:sldMkLst>
        <pc:picChg chg="add mod">
          <ac:chgData name="Uko Poschlin" userId="3e88abbf-6602-4e57-8fe1-e464845f1e50" providerId="ADAL" clId="{0135FD9E-C436-40AB-99B3-5B0034B8E346}" dt="2025-10-04T20:10:04.954" v="234" actId="1076"/>
          <ac:picMkLst>
            <pc:docMk/>
            <pc:sldMk cId="2020384576" sldId="336"/>
            <ac:picMk id="4" creationId="{C6772B02-3ADF-E698-67EF-394449B75BB2}"/>
          </ac:picMkLst>
        </pc:picChg>
      </pc:sldChg>
      <pc:sldChg chg="addSp modSp mod">
        <pc:chgData name="Uko Poschlin" userId="3e88abbf-6602-4e57-8fe1-e464845f1e50" providerId="ADAL" clId="{0135FD9E-C436-40AB-99B3-5B0034B8E346}" dt="2025-10-06T13:45:28.987" v="475" actId="14100"/>
        <pc:sldMkLst>
          <pc:docMk/>
          <pc:sldMk cId="246388207" sldId="337"/>
        </pc:sldMkLst>
        <pc:spChg chg="mod">
          <ac:chgData name="Uko Poschlin" userId="3e88abbf-6602-4e57-8fe1-e464845f1e50" providerId="ADAL" clId="{0135FD9E-C436-40AB-99B3-5B0034B8E346}" dt="2025-10-06T13:43:48.977" v="474" actId="20577"/>
          <ac:spMkLst>
            <pc:docMk/>
            <pc:sldMk cId="246388207" sldId="337"/>
            <ac:spMk id="7171" creationId="{02E53060-4297-AE0B-64D1-F3CC335C6FD9}"/>
          </ac:spMkLst>
        </pc:spChg>
        <pc:picChg chg="add mod">
          <ac:chgData name="Uko Poschlin" userId="3e88abbf-6602-4e57-8fe1-e464845f1e50" providerId="ADAL" clId="{0135FD9E-C436-40AB-99B3-5B0034B8E346}" dt="2025-10-06T13:45:28.987" v="475" actId="14100"/>
          <ac:picMkLst>
            <pc:docMk/>
            <pc:sldMk cId="246388207" sldId="337"/>
            <ac:picMk id="9" creationId="{28247CC2-9208-8516-C4E4-D88BAF17D0BE}"/>
          </ac:picMkLst>
        </pc:picChg>
      </pc:sldChg>
    </pc:docChg>
  </pc:docChgLst>
  <pc:docChgLst>
    <pc:chgData name="Karl Romet De La Torre" userId="S::karlde@taltech.ee::0172a0a9-b8c9-4a6d-a0d2-213e8320e701" providerId="AD" clId="Web-{8B657F60-1CCD-0760-1C3A-A468CD6CA468}"/>
    <pc:docChg chg="modSld">
      <pc:chgData name="Karl Romet De La Torre" userId="S::karlde@taltech.ee::0172a0a9-b8c9-4a6d-a0d2-213e8320e701" providerId="AD" clId="Web-{8B657F60-1CCD-0760-1C3A-A468CD6CA468}" dt="2025-10-07T11:10:32.389" v="34" actId="1076"/>
      <pc:docMkLst>
        <pc:docMk/>
      </pc:docMkLst>
      <pc:sldChg chg="addSp delSp modSp">
        <pc:chgData name="Karl Romet De La Torre" userId="S::karlde@taltech.ee::0172a0a9-b8c9-4a6d-a0d2-213e8320e701" providerId="AD" clId="Web-{8B657F60-1CCD-0760-1C3A-A468CD6CA468}" dt="2025-10-07T10:55:47.010" v="7"/>
        <pc:sldMkLst>
          <pc:docMk/>
          <pc:sldMk cId="1344556113" sldId="317"/>
        </pc:sldMkLst>
        <pc:picChg chg="del">
          <ac:chgData name="Karl Romet De La Torre" userId="S::karlde@taltech.ee::0172a0a9-b8c9-4a6d-a0d2-213e8320e701" providerId="AD" clId="Web-{8B657F60-1CCD-0760-1C3A-A468CD6CA468}" dt="2025-10-07T10:55:47.010" v="7"/>
          <ac:picMkLst>
            <pc:docMk/>
            <pc:sldMk cId="1344556113" sldId="317"/>
            <ac:picMk id="3" creationId="{9DF0A75B-EA6F-E7E3-9648-B09283478855}"/>
          </ac:picMkLst>
        </pc:picChg>
        <pc:picChg chg="add del mod">
          <ac:chgData name="Karl Romet De La Torre" userId="S::karlde@taltech.ee::0172a0a9-b8c9-4a6d-a0d2-213e8320e701" providerId="AD" clId="Web-{8B657F60-1CCD-0760-1C3A-A468CD6CA468}" dt="2025-10-07T10:55:35.572" v="3"/>
          <ac:picMkLst>
            <pc:docMk/>
            <pc:sldMk cId="1344556113" sldId="317"/>
            <ac:picMk id="4" creationId="{16A1FCDC-66E8-FC45-B541-FD95F17109A5}"/>
          </ac:picMkLst>
        </pc:picChg>
        <pc:picChg chg="add mod">
          <ac:chgData name="Karl Romet De La Torre" userId="S::karlde@taltech.ee::0172a0a9-b8c9-4a6d-a0d2-213e8320e701" providerId="AD" clId="Web-{8B657F60-1CCD-0760-1C3A-A468CD6CA468}" dt="2025-10-07T10:55:45.275" v="6" actId="1076"/>
          <ac:picMkLst>
            <pc:docMk/>
            <pc:sldMk cId="1344556113" sldId="317"/>
            <ac:picMk id="5" creationId="{8218AF29-7B05-63DF-8753-330E8D94C671}"/>
          </ac:picMkLst>
        </pc:picChg>
      </pc:sldChg>
      <pc:sldChg chg="addSp delSp modSp">
        <pc:chgData name="Karl Romet De La Torre" userId="S::karlde@taltech.ee::0172a0a9-b8c9-4a6d-a0d2-213e8320e701" providerId="AD" clId="Web-{8B657F60-1CCD-0760-1C3A-A468CD6CA468}" dt="2025-10-07T11:10:32.389" v="34" actId="1076"/>
        <pc:sldMkLst>
          <pc:docMk/>
          <pc:sldMk cId="2181591381" sldId="334"/>
        </pc:sldMkLst>
        <pc:picChg chg="add mod">
          <ac:chgData name="Karl Romet De La Torre" userId="S::karlde@taltech.ee::0172a0a9-b8c9-4a6d-a0d2-213e8320e701" providerId="AD" clId="Web-{8B657F60-1CCD-0760-1C3A-A468CD6CA468}" dt="2025-10-07T11:10:32.389" v="34" actId="1076"/>
          <ac:picMkLst>
            <pc:docMk/>
            <pc:sldMk cId="2181591381" sldId="334"/>
            <ac:picMk id="3" creationId="{D050F5A5-2D96-D369-4F0F-F12F7A98DA8E}"/>
          </ac:picMkLst>
        </pc:picChg>
        <pc:picChg chg="del">
          <ac:chgData name="Karl Romet De La Torre" userId="S::karlde@taltech.ee::0172a0a9-b8c9-4a6d-a0d2-213e8320e701" providerId="AD" clId="Web-{8B657F60-1CCD-0760-1C3A-A468CD6CA468}" dt="2025-10-07T11:10:22.498" v="31"/>
          <ac:picMkLst>
            <pc:docMk/>
            <pc:sldMk cId="2181591381" sldId="334"/>
            <ac:picMk id="5" creationId="{C6113891-487A-7E1C-07D1-33583A185C26}"/>
          </ac:picMkLst>
        </pc:picChg>
      </pc:sldChg>
      <pc:sldChg chg="addSp delSp modSp">
        <pc:chgData name="Karl Romet De La Torre" userId="S::karlde@taltech.ee::0172a0a9-b8c9-4a6d-a0d2-213e8320e701" providerId="AD" clId="Web-{8B657F60-1CCD-0760-1C3A-A468CD6CA468}" dt="2025-10-07T11:06:05.309" v="25" actId="1076"/>
        <pc:sldMkLst>
          <pc:docMk/>
          <pc:sldMk cId="2608721041" sldId="335"/>
        </pc:sldMkLst>
        <pc:picChg chg="add del mod">
          <ac:chgData name="Karl Romet De La Torre" userId="S::karlde@taltech.ee::0172a0a9-b8c9-4a6d-a0d2-213e8320e701" providerId="AD" clId="Web-{8B657F60-1CCD-0760-1C3A-A468CD6CA468}" dt="2025-10-07T11:05:43.200" v="17"/>
          <ac:picMkLst>
            <pc:docMk/>
            <pc:sldMk cId="2608721041" sldId="335"/>
            <ac:picMk id="4" creationId="{AFCD291F-4D22-67BE-CD53-472CFEC4D64E}"/>
          </ac:picMkLst>
        </pc:picChg>
        <pc:picChg chg="add del">
          <ac:chgData name="Karl Romet De La Torre" userId="S::karlde@taltech.ee::0172a0a9-b8c9-4a6d-a0d2-213e8320e701" providerId="AD" clId="Web-{8B657F60-1CCD-0760-1C3A-A468CD6CA468}" dt="2025-10-07T11:06:02.325" v="24"/>
          <ac:picMkLst>
            <pc:docMk/>
            <pc:sldMk cId="2608721041" sldId="335"/>
            <ac:picMk id="7" creationId="{997B8C8A-64F2-2E70-A030-0CF0543768BC}"/>
          </ac:picMkLst>
        </pc:picChg>
        <pc:picChg chg="add mod">
          <ac:chgData name="Karl Romet De La Torre" userId="S::karlde@taltech.ee::0172a0a9-b8c9-4a6d-a0d2-213e8320e701" providerId="AD" clId="Web-{8B657F60-1CCD-0760-1C3A-A468CD6CA468}" dt="2025-10-07T11:06:05.309" v="25" actId="1076"/>
          <ac:picMkLst>
            <pc:docMk/>
            <pc:sldMk cId="2608721041" sldId="335"/>
            <ac:picMk id="8" creationId="{680C4CAF-DF3D-42E7-B1FA-6D060451B5E0}"/>
          </ac:picMkLst>
        </pc:picChg>
      </pc:sldChg>
      <pc:sldChg chg="addSp delSp modSp">
        <pc:chgData name="Karl Romet De La Torre" userId="S::karlde@taltech.ee::0172a0a9-b8c9-4a6d-a0d2-213e8320e701" providerId="AD" clId="Web-{8B657F60-1CCD-0760-1C3A-A468CD6CA468}" dt="2025-10-07T11:09:46.967" v="30" actId="1076"/>
        <pc:sldMkLst>
          <pc:docMk/>
          <pc:sldMk cId="246388207" sldId="337"/>
        </pc:sldMkLst>
        <pc:picChg chg="add mod">
          <ac:chgData name="Karl Romet De La Torre" userId="S::karlde@taltech.ee::0172a0a9-b8c9-4a6d-a0d2-213e8320e701" providerId="AD" clId="Web-{8B657F60-1CCD-0760-1C3A-A468CD6CA468}" dt="2025-10-07T11:09:46.967" v="30" actId="1076"/>
          <ac:picMkLst>
            <pc:docMk/>
            <pc:sldMk cId="246388207" sldId="337"/>
            <ac:picMk id="3" creationId="{865FB775-6E9F-66B5-7F95-3AF94C1CEB7D}"/>
          </ac:picMkLst>
        </pc:picChg>
        <pc:picChg chg="del">
          <ac:chgData name="Karl Romet De La Torre" userId="S::karlde@taltech.ee::0172a0a9-b8c9-4a6d-a0d2-213e8320e701" providerId="AD" clId="Web-{8B657F60-1CCD-0760-1C3A-A468CD6CA468}" dt="2025-10-07T11:09:43.045" v="29"/>
          <ac:picMkLst>
            <pc:docMk/>
            <pc:sldMk cId="246388207" sldId="337"/>
            <ac:picMk id="7" creationId="{FA6BF073-1DE1-E228-3943-6679A7FF911E}"/>
          </ac:picMkLst>
        </pc:picChg>
      </pc:sldChg>
    </pc:docChg>
  </pc:docChgLst>
  <pc:docChgLst>
    <pc:chgData name="Karl Romet De La Torre" userId="S::karlde@taltech.ee::0172a0a9-b8c9-4a6d-a0d2-213e8320e701" providerId="AD" clId="Web-{A7A071EC-4EEB-7F64-00B8-A297AE7E810B}"/>
    <pc:docChg chg="addSld delSld modSld modSection">
      <pc:chgData name="Karl Romet De La Torre" userId="S::karlde@taltech.ee::0172a0a9-b8c9-4a6d-a0d2-213e8320e701" providerId="AD" clId="Web-{A7A071EC-4EEB-7F64-00B8-A297AE7E810B}" dt="2025-10-06T12:51:37.277" v="30" actId="14100"/>
      <pc:docMkLst>
        <pc:docMk/>
      </pc:docMkLst>
      <pc:sldChg chg="modSp del">
        <pc:chgData name="Karl Romet De La Torre" userId="S::karlde@taltech.ee::0172a0a9-b8c9-4a6d-a0d2-213e8320e701" providerId="AD" clId="Web-{A7A071EC-4EEB-7F64-00B8-A297AE7E810B}" dt="2025-10-06T12:48:46.352" v="17"/>
        <pc:sldMkLst>
          <pc:docMk/>
          <pc:sldMk cId="0" sldId="289"/>
        </pc:sldMkLst>
        <pc:spChg chg="mod">
          <ac:chgData name="Karl Romet De La Torre" userId="S::karlde@taltech.ee::0172a0a9-b8c9-4a6d-a0d2-213e8320e701" providerId="AD" clId="Web-{A7A071EC-4EEB-7F64-00B8-A297AE7E810B}" dt="2025-10-06T12:48:44.414" v="16" actId="20577"/>
          <ac:spMkLst>
            <pc:docMk/>
            <pc:sldMk cId="0" sldId="289"/>
            <ac:spMk id="4" creationId="{DFE0A404-C00E-FABD-AE38-98E1CDD57502}"/>
          </ac:spMkLst>
        </pc:spChg>
      </pc:sldChg>
      <pc:sldChg chg="modSp">
        <pc:chgData name="Karl Romet De La Torre" userId="S::karlde@taltech.ee::0172a0a9-b8c9-4a6d-a0d2-213e8320e701" providerId="AD" clId="Web-{A7A071EC-4EEB-7F64-00B8-A297AE7E810B}" dt="2025-10-06T12:48:01.273" v="10" actId="20577"/>
        <pc:sldMkLst>
          <pc:docMk/>
          <pc:sldMk cId="1344556113" sldId="317"/>
        </pc:sldMkLst>
        <pc:spChg chg="mod">
          <ac:chgData name="Karl Romet De La Torre" userId="S::karlde@taltech.ee::0172a0a9-b8c9-4a6d-a0d2-213e8320e701" providerId="AD" clId="Web-{A7A071EC-4EEB-7F64-00B8-A297AE7E810B}" dt="2025-10-06T12:48:01.273" v="10" actId="20577"/>
          <ac:spMkLst>
            <pc:docMk/>
            <pc:sldMk cId="1344556113" sldId="317"/>
            <ac:spMk id="7171" creationId="{00000000-0000-0000-0000-000000000000}"/>
          </ac:spMkLst>
        </pc:spChg>
      </pc:sldChg>
      <pc:sldChg chg="delSp modSp add replId">
        <pc:chgData name="Karl Romet De La Torre" userId="S::karlde@taltech.ee::0172a0a9-b8c9-4a6d-a0d2-213e8320e701" providerId="AD" clId="Web-{A7A071EC-4EEB-7F64-00B8-A297AE7E810B}" dt="2025-10-06T12:51:37.277" v="30" actId="14100"/>
        <pc:sldMkLst>
          <pc:docMk/>
          <pc:sldMk cId="246388207" sldId="337"/>
        </pc:sldMkLst>
        <pc:spChg chg="mod">
          <ac:chgData name="Karl Romet De La Torre" userId="S::karlde@taltech.ee::0172a0a9-b8c9-4a6d-a0d2-213e8320e701" providerId="AD" clId="Web-{A7A071EC-4EEB-7F64-00B8-A297AE7E810B}" dt="2025-10-06T12:49:16.306" v="23" actId="20577"/>
          <ac:spMkLst>
            <pc:docMk/>
            <pc:sldMk cId="246388207" sldId="337"/>
            <ac:spMk id="7170" creationId="{90CC95ED-A85B-B90C-14AB-B94EC7A76194}"/>
          </ac:spMkLst>
        </pc:spChg>
        <pc:spChg chg="mod">
          <ac:chgData name="Karl Romet De La Torre" userId="S::karlde@taltech.ee::0172a0a9-b8c9-4a6d-a0d2-213e8320e701" providerId="AD" clId="Web-{A7A071EC-4EEB-7F64-00B8-A297AE7E810B}" dt="2025-10-06T12:51:37.277" v="30" actId="14100"/>
          <ac:spMkLst>
            <pc:docMk/>
            <pc:sldMk cId="246388207" sldId="337"/>
            <ac:spMk id="7171" creationId="{02E53060-4297-AE0B-64D1-F3CC335C6FD9}"/>
          </ac:spMkLst>
        </pc:spChg>
        <pc:picChg chg="del">
          <ac:chgData name="Karl Romet De La Torre" userId="S::karlde@taltech.ee::0172a0a9-b8c9-4a6d-a0d2-213e8320e701" providerId="AD" clId="Web-{A7A071EC-4EEB-7F64-00B8-A297AE7E810B}" dt="2025-10-06T12:49:11.540" v="21"/>
          <ac:picMkLst>
            <pc:docMk/>
            <pc:sldMk cId="246388207" sldId="337"/>
            <ac:picMk id="3" creationId="{17AE97E3-5EF8-C11C-B00F-8E4ACDB65FB6}"/>
          </ac:picMkLst>
        </pc:picChg>
      </pc:sldChg>
      <pc:sldChg chg="new del">
        <pc:chgData name="Karl Romet De La Torre" userId="S::karlde@taltech.ee::0172a0a9-b8c9-4a6d-a0d2-213e8320e701" providerId="AD" clId="Web-{A7A071EC-4EEB-7F64-00B8-A297AE7E810B}" dt="2025-10-06T12:49:06.602" v="19"/>
        <pc:sldMkLst>
          <pc:docMk/>
          <pc:sldMk cId="1334739635" sldId="337"/>
        </pc:sldMkLst>
      </pc:sldChg>
    </pc:docChg>
  </pc:docChgLst>
  <pc:docChgLst>
    <pc:chgData name="Karl Romet De La Torre" userId="S::karlde@taltech.ee::0172a0a9-b8c9-4a6d-a0d2-213e8320e701" providerId="AD" clId="Web-{DD71BBAA-EE65-5434-B3C0-306AAA5B400E}"/>
    <pc:docChg chg="modSld">
      <pc:chgData name="Karl Romet De La Torre" userId="S::karlde@taltech.ee::0172a0a9-b8c9-4a6d-a0d2-213e8320e701" providerId="AD" clId="Web-{DD71BBAA-EE65-5434-B3C0-306AAA5B400E}" dt="2025-10-07T15:03:13.446" v="92"/>
      <pc:docMkLst>
        <pc:docMk/>
      </pc:docMkLst>
      <pc:sldChg chg="modNotes">
        <pc:chgData name="Karl Romet De La Torre" userId="S::karlde@taltech.ee::0172a0a9-b8c9-4a6d-a0d2-213e8320e701" providerId="AD" clId="Web-{DD71BBAA-EE65-5434-B3C0-306AAA5B400E}" dt="2025-10-07T15:03:13.446" v="92"/>
        <pc:sldMkLst>
          <pc:docMk/>
          <pc:sldMk cId="1344556113" sldId="317"/>
        </pc:sldMkLst>
      </pc:sldChg>
    </pc:docChg>
  </pc:docChgLst>
  <pc:docChgLst>
    <pc:chgData name="Jüri Kajava" userId="S::jukaja@taltech.ee::362f4973-aeb2-456d-91ab-e6c0b77fd48b" providerId="AD" clId="Web-{9A9CFCC6-B1E0-F666-89CF-5D42195A09BF}"/>
    <pc:docChg chg="addSld modSld modSection">
      <pc:chgData name="Jüri Kajava" userId="S::jukaja@taltech.ee::362f4973-aeb2-456d-91ab-e6c0b77fd48b" providerId="AD" clId="Web-{9A9CFCC6-B1E0-F666-89CF-5D42195A09BF}" dt="2025-10-07T15:09:41.830" v="224" actId="1076"/>
      <pc:docMkLst>
        <pc:docMk/>
      </pc:docMkLst>
      <pc:sldChg chg="addSp delSp modSp">
        <pc:chgData name="Jüri Kajava" userId="S::jukaja@taltech.ee::362f4973-aeb2-456d-91ab-e6c0b77fd48b" providerId="AD" clId="Web-{9A9CFCC6-B1E0-F666-89CF-5D42195A09BF}" dt="2025-10-07T11:44:42.324" v="37" actId="20577"/>
        <pc:sldMkLst>
          <pc:docMk/>
          <pc:sldMk cId="768852016" sldId="332"/>
        </pc:sldMkLst>
        <pc:spChg chg="mod">
          <ac:chgData name="Jüri Kajava" userId="S::jukaja@taltech.ee::362f4973-aeb2-456d-91ab-e6c0b77fd48b" providerId="AD" clId="Web-{9A9CFCC6-B1E0-F666-89CF-5D42195A09BF}" dt="2025-10-07T11:41:43.713" v="5" actId="20577"/>
          <ac:spMkLst>
            <pc:docMk/>
            <pc:sldMk cId="768852016" sldId="332"/>
            <ac:spMk id="2" creationId="{C8586591-E9BB-D21A-B55C-E422516F31DE}"/>
          </ac:spMkLst>
        </pc:spChg>
        <pc:spChg chg="mod">
          <ac:chgData name="Jüri Kajava" userId="S::jukaja@taltech.ee::362f4973-aeb2-456d-91ab-e6c0b77fd48b" providerId="AD" clId="Web-{9A9CFCC6-B1E0-F666-89CF-5D42195A09BF}" dt="2025-10-07T11:44:42.324" v="37" actId="20577"/>
          <ac:spMkLst>
            <pc:docMk/>
            <pc:sldMk cId="768852016" sldId="332"/>
            <ac:spMk id="4" creationId="{89C5BCDD-396F-B4CF-F5E8-59CF269EE5FB}"/>
          </ac:spMkLst>
        </pc:spChg>
        <pc:spChg chg="add del mod">
          <ac:chgData name="Jüri Kajava" userId="S::jukaja@taltech.ee::362f4973-aeb2-456d-91ab-e6c0b77fd48b" providerId="AD" clId="Web-{9A9CFCC6-B1E0-F666-89CF-5D42195A09BF}" dt="2025-10-07T11:41:30.213" v="1"/>
          <ac:spMkLst>
            <pc:docMk/>
            <pc:sldMk cId="768852016" sldId="332"/>
            <ac:spMk id="6" creationId="{A18DFCAF-324E-05EA-366F-3425129B1EF4}"/>
          </ac:spMkLst>
        </pc:spChg>
        <pc:picChg chg="add mod ord modCrop">
          <ac:chgData name="Jüri Kajava" userId="S::jukaja@taltech.ee::362f4973-aeb2-456d-91ab-e6c0b77fd48b" providerId="AD" clId="Web-{9A9CFCC6-B1E0-F666-89CF-5D42195A09BF}" dt="2025-10-07T11:42:09.135" v="11" actId="1076"/>
          <ac:picMkLst>
            <pc:docMk/>
            <pc:sldMk cId="768852016" sldId="332"/>
            <ac:picMk id="7" creationId="{B6C38FC0-76FB-4E3B-924A-FDC0E7A86C3B}"/>
          </ac:picMkLst>
        </pc:picChg>
        <pc:picChg chg="del">
          <ac:chgData name="Jüri Kajava" userId="S::jukaja@taltech.ee::362f4973-aeb2-456d-91ab-e6c0b77fd48b" providerId="AD" clId="Web-{9A9CFCC6-B1E0-F666-89CF-5D42195A09BF}" dt="2025-10-07T11:39:59.338" v="0"/>
          <ac:picMkLst>
            <pc:docMk/>
            <pc:sldMk cId="768852016" sldId="332"/>
            <ac:picMk id="8" creationId="{0530C87F-DC32-BC48-F873-601AE55504D1}"/>
          </ac:picMkLst>
        </pc:picChg>
      </pc:sldChg>
      <pc:sldChg chg="addSp delSp modSp">
        <pc:chgData name="Jüri Kajava" userId="S::jukaja@taltech.ee::362f4973-aeb2-456d-91ab-e6c0b77fd48b" providerId="AD" clId="Web-{9A9CFCC6-B1E0-F666-89CF-5D42195A09BF}" dt="2025-10-07T15:09:41.830" v="224" actId="1076"/>
        <pc:sldMkLst>
          <pc:docMk/>
          <pc:sldMk cId="1898414222" sldId="333"/>
        </pc:sldMkLst>
        <pc:spChg chg="add del mod">
          <ac:chgData name="Jüri Kajava" userId="S::jukaja@taltech.ee::362f4973-aeb2-456d-91ab-e6c0b77fd48b" providerId="AD" clId="Web-{9A9CFCC6-B1E0-F666-89CF-5D42195A09BF}" dt="2025-10-07T15:09:20.659" v="220"/>
          <ac:spMkLst>
            <pc:docMk/>
            <pc:sldMk cId="1898414222" sldId="333"/>
            <ac:spMk id="4" creationId="{FCAC80C4-7DD0-4D4A-EBCF-FC5CBE32BA4A}"/>
          </ac:spMkLst>
        </pc:spChg>
        <pc:spChg chg="add mod">
          <ac:chgData name="Jüri Kajava" userId="S::jukaja@taltech.ee::362f4973-aeb2-456d-91ab-e6c0b77fd48b" providerId="AD" clId="Web-{9A9CFCC6-B1E0-F666-89CF-5D42195A09BF}" dt="2025-10-07T11:44:44.964" v="39"/>
          <ac:spMkLst>
            <pc:docMk/>
            <pc:sldMk cId="1898414222" sldId="333"/>
            <ac:spMk id="6" creationId="{8F38B705-330E-2B2B-23D7-05F30EECEBEC}"/>
          </ac:spMkLst>
        </pc:spChg>
        <pc:spChg chg="add mod">
          <ac:chgData name="Jüri Kajava" userId="S::jukaja@taltech.ee::362f4973-aeb2-456d-91ab-e6c0b77fd48b" providerId="AD" clId="Web-{9A9CFCC6-B1E0-F666-89CF-5D42195A09BF}" dt="2025-10-07T11:44:45.543" v="40"/>
          <ac:spMkLst>
            <pc:docMk/>
            <pc:sldMk cId="1898414222" sldId="333"/>
            <ac:spMk id="8" creationId="{5BA73EA4-2998-1C1D-885A-5DE74EA989E4}"/>
          </ac:spMkLst>
        </pc:spChg>
        <pc:spChg chg="add del mod">
          <ac:chgData name="Jüri Kajava" userId="S::jukaja@taltech.ee::362f4973-aeb2-456d-91ab-e6c0b77fd48b" providerId="AD" clId="Web-{9A9CFCC6-B1E0-F666-89CF-5D42195A09BF}" dt="2025-10-07T15:09:07.816" v="219"/>
          <ac:spMkLst>
            <pc:docMk/>
            <pc:sldMk cId="1898414222" sldId="333"/>
            <ac:spMk id="9" creationId="{4FBF2E7F-413F-6AFC-707A-8DCF26F1A730}"/>
          </ac:spMkLst>
        </pc:spChg>
        <pc:picChg chg="add mod ord modCrop">
          <ac:chgData name="Jüri Kajava" userId="S::jukaja@taltech.ee::362f4973-aeb2-456d-91ab-e6c0b77fd48b" providerId="AD" clId="Web-{9A9CFCC6-B1E0-F666-89CF-5D42195A09BF}" dt="2025-10-07T15:09:41.830" v="224" actId="1076"/>
          <ac:picMkLst>
            <pc:docMk/>
            <pc:sldMk cId="1898414222" sldId="333"/>
            <ac:picMk id="3" creationId="{4C6FD910-CA4D-3C56-9FE3-83A64215FB3B}"/>
          </ac:picMkLst>
        </pc:picChg>
        <pc:picChg chg="del">
          <ac:chgData name="Jüri Kajava" userId="S::jukaja@taltech.ee::362f4973-aeb2-456d-91ab-e6c0b77fd48b" providerId="AD" clId="Web-{9A9CFCC6-B1E0-F666-89CF-5D42195A09BF}" dt="2025-10-07T11:44:44.105" v="38"/>
          <ac:picMkLst>
            <pc:docMk/>
            <pc:sldMk cId="1898414222" sldId="333"/>
            <ac:picMk id="11" creationId="{A3C90F94-073E-F1A6-1002-86BA1245DF83}"/>
          </ac:picMkLst>
        </pc:picChg>
        <pc:picChg chg="del">
          <ac:chgData name="Jüri Kajava" userId="S::jukaja@taltech.ee::362f4973-aeb2-456d-91ab-e6c0b77fd48b" providerId="AD" clId="Web-{9A9CFCC6-B1E0-F666-89CF-5D42195A09BF}" dt="2025-10-07T11:44:45.543" v="40"/>
          <ac:picMkLst>
            <pc:docMk/>
            <pc:sldMk cId="1898414222" sldId="333"/>
            <ac:picMk id="16" creationId="{A6BF42FF-BEB8-D83B-9E98-6AABA93CBEE4}"/>
          </ac:picMkLst>
        </pc:picChg>
        <pc:picChg chg="del">
          <ac:chgData name="Jüri Kajava" userId="S::jukaja@taltech.ee::362f4973-aeb2-456d-91ab-e6c0b77fd48b" providerId="AD" clId="Web-{9A9CFCC6-B1E0-F666-89CF-5D42195A09BF}" dt="2025-10-07T11:44:44.964" v="39"/>
          <ac:picMkLst>
            <pc:docMk/>
            <pc:sldMk cId="1898414222" sldId="333"/>
            <ac:picMk id="19" creationId="{BBCD7B73-4A00-DDA9-478F-6C136CB8EFD2}"/>
          </ac:picMkLst>
        </pc:picChg>
      </pc:sldChg>
      <pc:sldChg chg="addSp delSp modSp new">
        <pc:chgData name="Jüri Kajava" userId="S::jukaja@taltech.ee::362f4973-aeb2-456d-91ab-e6c0b77fd48b" providerId="AD" clId="Web-{9A9CFCC6-B1E0-F666-89CF-5D42195A09BF}" dt="2025-10-07T14:43:25.336" v="217" actId="20577"/>
        <pc:sldMkLst>
          <pc:docMk/>
          <pc:sldMk cId="115709552" sldId="338"/>
        </pc:sldMkLst>
        <pc:spChg chg="mod">
          <ac:chgData name="Jüri Kajava" userId="S::jukaja@taltech.ee::362f4973-aeb2-456d-91ab-e6c0b77fd48b" providerId="AD" clId="Web-{9A9CFCC6-B1E0-F666-89CF-5D42195A09BF}" dt="2025-10-07T13:08:00.457" v="71" actId="20577"/>
          <ac:spMkLst>
            <pc:docMk/>
            <pc:sldMk cId="115709552" sldId="338"/>
            <ac:spMk id="2" creationId="{77D00F1A-EB02-EF88-AA36-F9E980ACF4D7}"/>
          </ac:spMkLst>
        </pc:spChg>
        <pc:spChg chg="del">
          <ac:chgData name="Jüri Kajava" userId="S::jukaja@taltech.ee::362f4973-aeb2-456d-91ab-e6c0b77fd48b" providerId="AD" clId="Web-{9A9CFCC6-B1E0-F666-89CF-5D42195A09BF}" dt="2025-10-07T14:24:16.106" v="105"/>
          <ac:spMkLst>
            <pc:docMk/>
            <pc:sldMk cId="115709552" sldId="338"/>
            <ac:spMk id="3" creationId="{C7A01D18-60A2-B867-87E0-F0F0DBAF9786}"/>
          </ac:spMkLst>
        </pc:spChg>
        <pc:spChg chg="mod">
          <ac:chgData name="Jüri Kajava" userId="S::jukaja@taltech.ee::362f4973-aeb2-456d-91ab-e6c0b77fd48b" providerId="AD" clId="Web-{9A9CFCC6-B1E0-F666-89CF-5D42195A09BF}" dt="2025-10-07T14:43:25.336" v="217" actId="20577"/>
          <ac:spMkLst>
            <pc:docMk/>
            <pc:sldMk cId="115709552" sldId="338"/>
            <ac:spMk id="4" creationId="{91DB43E7-080F-27E9-E9DA-3433BB5F0FFD}"/>
          </ac:spMkLst>
        </pc:spChg>
        <pc:spChg chg="add mod">
          <ac:chgData name="Jüri Kajava" userId="S::jukaja@taltech.ee::362f4973-aeb2-456d-91ab-e6c0b77fd48b" providerId="AD" clId="Web-{9A9CFCC6-B1E0-F666-89CF-5D42195A09BF}" dt="2025-10-07T14:40:05.734" v="133" actId="1076"/>
          <ac:spMkLst>
            <pc:docMk/>
            <pc:sldMk cId="115709552" sldId="338"/>
            <ac:spMk id="7" creationId="{AD111FE0-B087-682D-F787-6833721BAA6A}"/>
          </ac:spMkLst>
        </pc:spChg>
        <pc:picChg chg="add mod ord modCrop">
          <ac:chgData name="Jüri Kajava" userId="S::jukaja@taltech.ee::362f4973-aeb2-456d-91ab-e6c0b77fd48b" providerId="AD" clId="Web-{9A9CFCC6-B1E0-F666-89CF-5D42195A09BF}" dt="2025-10-07T14:40:03.078" v="132" actId="1076"/>
          <ac:picMkLst>
            <pc:docMk/>
            <pc:sldMk cId="115709552" sldId="338"/>
            <ac:picMk id="6" creationId="{1404863C-9314-A80E-2413-4A2526A257F9}"/>
          </ac:picMkLst>
        </pc:picChg>
        <pc:picChg chg="add mod">
          <ac:chgData name="Jüri Kajava" userId="S::jukaja@taltech.ee::362f4973-aeb2-456d-91ab-e6c0b77fd48b" providerId="AD" clId="Web-{9A9CFCC6-B1E0-F666-89CF-5D42195A09BF}" dt="2025-10-07T14:40:08.797" v="134" actId="1076"/>
          <ac:picMkLst>
            <pc:docMk/>
            <pc:sldMk cId="115709552" sldId="338"/>
            <ac:picMk id="9" creationId="{7F481696-8DBA-5731-947C-9082631A8AA8}"/>
          </ac:picMkLst>
        </pc:picChg>
      </pc:sldChg>
      <pc:sldChg chg="addSp delSp modSp new">
        <pc:chgData name="Jüri Kajava" userId="S::jukaja@taltech.ee::362f4973-aeb2-456d-91ab-e6c0b77fd48b" providerId="AD" clId="Web-{9A9CFCC6-B1E0-F666-89CF-5D42195A09BF}" dt="2025-10-07T14:22:17.741" v="104" actId="20577"/>
        <pc:sldMkLst>
          <pc:docMk/>
          <pc:sldMk cId="1217944162" sldId="339"/>
        </pc:sldMkLst>
        <pc:spChg chg="del">
          <ac:chgData name="Jüri Kajava" userId="S::jukaja@taltech.ee::362f4973-aeb2-456d-91ab-e6c0b77fd48b" providerId="AD" clId="Web-{9A9CFCC6-B1E0-F666-89CF-5D42195A09BF}" dt="2025-10-07T14:18:07.878" v="73"/>
          <ac:spMkLst>
            <pc:docMk/>
            <pc:sldMk cId="1217944162" sldId="339"/>
            <ac:spMk id="4" creationId="{AE67BD72-1C7C-32BC-BBAE-0F18F8A91C25}"/>
          </ac:spMkLst>
        </pc:spChg>
        <pc:spChg chg="add del mod">
          <ac:chgData name="Jüri Kajava" userId="S::jukaja@taltech.ee::362f4973-aeb2-456d-91ab-e6c0b77fd48b" providerId="AD" clId="Web-{9A9CFCC6-B1E0-F666-89CF-5D42195A09BF}" dt="2025-10-07T14:18:34.613" v="79"/>
          <ac:spMkLst>
            <pc:docMk/>
            <pc:sldMk cId="1217944162" sldId="339"/>
            <ac:spMk id="8" creationId="{9C03F31B-0723-4D94-D85E-B713BD20BD58}"/>
          </ac:spMkLst>
        </pc:spChg>
        <pc:spChg chg="add del mod">
          <ac:chgData name="Jüri Kajava" userId="S::jukaja@taltech.ee::362f4973-aeb2-456d-91ab-e6c0b77fd48b" providerId="AD" clId="Web-{9A9CFCC6-B1E0-F666-89CF-5D42195A09BF}" dt="2025-10-07T14:19:38.176" v="87"/>
          <ac:spMkLst>
            <pc:docMk/>
            <pc:sldMk cId="1217944162" sldId="339"/>
            <ac:spMk id="10" creationId="{A2682B4D-7AD4-8636-7747-2383787CE741}"/>
          </ac:spMkLst>
        </pc:spChg>
        <pc:spChg chg="add mod">
          <ac:chgData name="Jüri Kajava" userId="S::jukaja@taltech.ee::362f4973-aeb2-456d-91ab-e6c0b77fd48b" providerId="AD" clId="Web-{9A9CFCC6-B1E0-F666-89CF-5D42195A09BF}" dt="2025-10-07T14:22:17.741" v="104" actId="20577"/>
          <ac:spMkLst>
            <pc:docMk/>
            <pc:sldMk cId="1217944162" sldId="339"/>
            <ac:spMk id="12" creationId="{E0581E9D-22F3-0048-4363-510414EE97E5}"/>
          </ac:spMkLst>
        </pc:spChg>
        <pc:picChg chg="add del mod ord">
          <ac:chgData name="Jüri Kajava" userId="S::jukaja@taltech.ee::362f4973-aeb2-456d-91ab-e6c0b77fd48b" providerId="AD" clId="Web-{9A9CFCC6-B1E0-F666-89CF-5D42195A09BF}" dt="2025-10-07T14:19:03.285" v="86"/>
          <ac:picMkLst>
            <pc:docMk/>
            <pc:sldMk cId="1217944162" sldId="339"/>
            <ac:picMk id="6" creationId="{B9905D27-4CAF-E214-83C7-B0DA5EE1997F}"/>
          </ac:picMkLst>
        </pc:picChg>
        <pc:picChg chg="add mod ord modCrop">
          <ac:chgData name="Jüri Kajava" userId="S::jukaja@taltech.ee::362f4973-aeb2-456d-91ab-e6c0b77fd48b" providerId="AD" clId="Web-{9A9CFCC6-B1E0-F666-89CF-5D42195A09BF}" dt="2025-10-07T14:22:02.146" v="101" actId="1076"/>
          <ac:picMkLst>
            <pc:docMk/>
            <pc:sldMk cId="1217944162" sldId="339"/>
            <ac:picMk id="11" creationId="{277D210C-9A6A-229E-9ADD-10F3795B4A9B}"/>
          </ac:picMkLst>
        </pc:picChg>
      </pc:sldChg>
    </pc:docChg>
  </pc:docChgLst>
  <pc:docChgLst>
    <pc:chgData name="Karl Romet De La Torre" userId="S::karlde@taltech.ee::0172a0a9-b8c9-4a6d-a0d2-213e8320e701" providerId="AD" clId="Web-{39E9CC45-D0D7-E9E9-3B5F-DD26CE56E0D1}"/>
    <pc:docChg chg="mod modSld modMainMaster">
      <pc:chgData name="Karl Romet De La Torre" userId="S::karlde@taltech.ee::0172a0a9-b8c9-4a6d-a0d2-213e8320e701" providerId="AD" clId="Web-{39E9CC45-D0D7-E9E9-3B5F-DD26CE56E0D1}" dt="2025-10-04T20:03:58.458" v="2"/>
      <pc:docMkLst>
        <pc:docMk/>
      </pc:docMkLst>
    </pc:docChg>
  </pc:docChgLst>
  <pc:docChgLst>
    <pc:chgData name="Karl Romet De La Torre" userId="0172a0a9-b8c9-4a6d-a0d2-213e8320e701" providerId="ADAL" clId="{5837BA9D-4F36-40E0-9A64-31E8FD8D0A11}"/>
    <pc:docChg chg="custSel modMainMaster">
      <pc:chgData name="Karl Romet De La Torre" userId="0172a0a9-b8c9-4a6d-a0d2-213e8320e701" providerId="ADAL" clId="{5837BA9D-4F36-40E0-9A64-31E8FD8D0A11}" dt="2025-10-04T20:09:28.790" v="23" actId="478"/>
      <pc:docMkLst>
        <pc:docMk/>
      </pc:docMkLst>
    </pc:docChg>
  </pc:docChgLst>
  <pc:docChgLst>
    <pc:chgData name="Karl Romet De La Torre" userId="S::karlde@taltech.ee::0172a0a9-b8c9-4a6d-a0d2-213e8320e701" providerId="AD" clId="Web-{7081D85B-6E47-2CCD-8464-A2528F58F00B}"/>
    <pc:docChg chg="addSld modSld sldOrd modMainMaster modSection">
      <pc:chgData name="Karl Romet De La Torre" userId="S::karlde@taltech.ee::0172a0a9-b8c9-4a6d-a0d2-213e8320e701" providerId="AD" clId="Web-{7081D85B-6E47-2CCD-8464-A2528F58F00B}" dt="2025-10-04T19:59:58.189" v="71"/>
      <pc:docMkLst>
        <pc:docMk/>
      </pc:docMkLst>
      <pc:sldChg chg="delSp modSp ord">
        <pc:chgData name="Karl Romet De La Torre" userId="S::karlde@taltech.ee::0172a0a9-b8c9-4a6d-a0d2-213e8320e701" providerId="AD" clId="Web-{7081D85B-6E47-2CCD-8464-A2528F58F00B}" dt="2025-10-04T19:52:39.691" v="70" actId="20577"/>
        <pc:sldMkLst>
          <pc:docMk/>
          <pc:sldMk cId="1344556113" sldId="317"/>
        </pc:sldMkLst>
        <pc:spChg chg="mod">
          <ac:chgData name="Karl Romet De La Torre" userId="S::karlde@taltech.ee::0172a0a9-b8c9-4a6d-a0d2-213e8320e701" providerId="AD" clId="Web-{7081D85B-6E47-2CCD-8464-A2528F58F00B}" dt="2025-10-04T19:52:39.691" v="70" actId="20577"/>
          <ac:spMkLst>
            <pc:docMk/>
            <pc:sldMk cId="1344556113" sldId="317"/>
            <ac:spMk id="7171" creationId="{00000000-0000-0000-0000-000000000000}"/>
          </ac:spMkLst>
        </pc:spChg>
      </pc:sldChg>
      <pc:sldChg chg="delSp modSp add ord replId">
        <pc:chgData name="Karl Romet De La Torre" userId="S::karlde@taltech.ee::0172a0a9-b8c9-4a6d-a0d2-213e8320e701" providerId="AD" clId="Web-{7081D85B-6E47-2CCD-8464-A2528F58F00B}" dt="2025-10-04T19:05:10.780" v="5"/>
        <pc:sldMkLst>
          <pc:docMk/>
          <pc:sldMk cId="2181591381" sldId="334"/>
        </pc:sldMkLst>
        <pc:spChg chg="mod">
          <ac:chgData name="Karl Romet De La Torre" userId="S::karlde@taltech.ee::0172a0a9-b8c9-4a6d-a0d2-213e8320e701" providerId="AD" clId="Web-{7081D85B-6E47-2CCD-8464-A2528F58F00B}" dt="2025-10-04T19:05:09.640" v="4" actId="20577"/>
          <ac:spMkLst>
            <pc:docMk/>
            <pc:sldMk cId="2181591381" sldId="334"/>
            <ac:spMk id="7170" creationId="{5316BFA5-13FB-EC56-3EB3-247964B7EABB}"/>
          </ac:spMkLst>
        </pc:spChg>
      </pc:sldChg>
    </pc:docChg>
  </pc:docChgLst>
  <pc:docChgLst>
    <pc:chgData name="Karl Romet De La Torre" userId="0172a0a9-b8c9-4a6d-a0d2-213e8320e701" providerId="ADAL" clId="{83687090-E922-4545-A1F4-3A4AD78C48C0}"/>
    <pc:docChg chg="undo redo custSel modSld">
      <pc:chgData name="Karl Romet De La Torre" userId="0172a0a9-b8c9-4a6d-a0d2-213e8320e701" providerId="ADAL" clId="{83687090-E922-4545-A1F4-3A4AD78C48C0}" dt="2025-10-06T13:23:58.277" v="271" actId="20577"/>
      <pc:docMkLst>
        <pc:docMk/>
      </pc:docMkLst>
      <pc:sldChg chg="addSp delSp modSp mod">
        <pc:chgData name="Karl Romet De La Torre" userId="0172a0a9-b8c9-4a6d-a0d2-213e8320e701" providerId="ADAL" clId="{83687090-E922-4545-A1F4-3A4AD78C48C0}" dt="2025-10-06T13:23:58.277" v="271" actId="20577"/>
        <pc:sldMkLst>
          <pc:docMk/>
          <pc:sldMk cId="246388207" sldId="337"/>
        </pc:sldMkLst>
        <pc:spChg chg="add">
          <ac:chgData name="Karl Romet De La Torre" userId="0172a0a9-b8c9-4a6d-a0d2-213e8320e701" providerId="ADAL" clId="{83687090-E922-4545-A1F4-3A4AD78C48C0}" dt="2025-10-06T12:54:00.600" v="35"/>
          <ac:spMkLst>
            <pc:docMk/>
            <pc:sldMk cId="246388207" sldId="337"/>
            <ac:spMk id="3" creationId="{98C08332-99D6-E96D-C65F-3D16DCFBEE96}"/>
          </ac:spMkLst>
        </pc:spChg>
        <pc:spChg chg="add">
          <ac:chgData name="Karl Romet De La Torre" userId="0172a0a9-b8c9-4a6d-a0d2-213e8320e701" providerId="ADAL" clId="{83687090-E922-4545-A1F4-3A4AD78C48C0}" dt="2025-10-06T12:54:04.215" v="36"/>
          <ac:spMkLst>
            <pc:docMk/>
            <pc:sldMk cId="246388207" sldId="337"/>
            <ac:spMk id="4" creationId="{07A0CEF1-95B7-1195-E0A7-BC27355A31A8}"/>
          </ac:spMkLst>
        </pc:spChg>
        <pc:spChg chg="add">
          <ac:chgData name="Karl Romet De La Torre" userId="0172a0a9-b8c9-4a6d-a0d2-213e8320e701" providerId="ADAL" clId="{83687090-E922-4545-A1F4-3A4AD78C48C0}" dt="2025-10-06T12:54:12.600" v="37"/>
          <ac:spMkLst>
            <pc:docMk/>
            <pc:sldMk cId="246388207" sldId="337"/>
            <ac:spMk id="5" creationId="{521A6BC4-8C3E-A2EF-379D-ECF92D8F783E}"/>
          </ac:spMkLst>
        </pc:spChg>
        <pc:spChg chg="add mod">
          <ac:chgData name="Karl Romet De La Torre" userId="0172a0a9-b8c9-4a6d-a0d2-213e8320e701" providerId="ADAL" clId="{83687090-E922-4545-A1F4-3A4AD78C48C0}" dt="2025-10-06T12:54:19.762" v="42"/>
          <ac:spMkLst>
            <pc:docMk/>
            <pc:sldMk cId="246388207" sldId="337"/>
            <ac:spMk id="6" creationId="{1D02F9C0-6D83-2108-23AF-444280561599}"/>
          </ac:spMkLst>
        </pc:spChg>
        <pc:spChg chg="add">
          <ac:chgData name="Karl Romet De La Torre" userId="0172a0a9-b8c9-4a6d-a0d2-213e8320e701" providerId="ADAL" clId="{83687090-E922-4545-A1F4-3A4AD78C48C0}" dt="2025-10-06T13:22:06.330" v="248"/>
          <ac:spMkLst>
            <pc:docMk/>
            <pc:sldMk cId="246388207" sldId="337"/>
            <ac:spMk id="8" creationId="{12D5C0E0-063E-4741-9445-F2D5623E5B26}"/>
          </ac:spMkLst>
        </pc:spChg>
        <pc:spChg chg="add">
          <ac:chgData name="Karl Romet De La Torre" userId="0172a0a9-b8c9-4a6d-a0d2-213e8320e701" providerId="ADAL" clId="{83687090-E922-4545-A1F4-3A4AD78C48C0}" dt="2025-10-06T13:22:11.343" v="249"/>
          <ac:spMkLst>
            <pc:docMk/>
            <pc:sldMk cId="246388207" sldId="337"/>
            <ac:spMk id="9" creationId="{37B7DB0D-3BBA-F94A-675C-678E8B0F2E4F}"/>
          </ac:spMkLst>
        </pc:spChg>
        <pc:spChg chg="add del mod">
          <ac:chgData name="Karl Romet De La Torre" userId="0172a0a9-b8c9-4a6d-a0d2-213e8320e701" providerId="ADAL" clId="{83687090-E922-4545-A1F4-3A4AD78C48C0}" dt="2025-10-06T13:22:32.398" v="254"/>
          <ac:spMkLst>
            <pc:docMk/>
            <pc:sldMk cId="246388207" sldId="337"/>
            <ac:spMk id="10" creationId="{D84BDA9D-09D4-41D0-5759-926E0290D4BD}"/>
          </ac:spMkLst>
        </pc:spChg>
        <pc:spChg chg="mod">
          <ac:chgData name="Karl Romet De La Torre" userId="0172a0a9-b8c9-4a6d-a0d2-213e8320e701" providerId="ADAL" clId="{83687090-E922-4545-A1F4-3A4AD78C48C0}" dt="2025-10-06T12:57:05.370" v="93"/>
          <ac:spMkLst>
            <pc:docMk/>
            <pc:sldMk cId="246388207" sldId="337"/>
            <ac:spMk id="7170" creationId="{90CC95ED-A85B-B90C-14AB-B94EC7A76194}"/>
          </ac:spMkLst>
        </pc:spChg>
        <pc:spChg chg="add del mod">
          <ac:chgData name="Karl Romet De La Torre" userId="0172a0a9-b8c9-4a6d-a0d2-213e8320e701" providerId="ADAL" clId="{83687090-E922-4545-A1F4-3A4AD78C48C0}" dt="2025-10-06T13:23:58.277" v="271" actId="20577"/>
          <ac:spMkLst>
            <pc:docMk/>
            <pc:sldMk cId="246388207" sldId="337"/>
            <ac:spMk id="7171" creationId="{02E53060-4297-AE0B-64D1-F3CC335C6FD9}"/>
          </ac:spMkLst>
        </pc:spChg>
        <pc:picChg chg="add mod modCrop">
          <ac:chgData name="Karl Romet De La Torre" userId="0172a0a9-b8c9-4a6d-a0d2-213e8320e701" providerId="ADAL" clId="{83687090-E922-4545-A1F4-3A4AD78C48C0}" dt="2025-10-06T13:23:42.005" v="269" actId="1076"/>
          <ac:picMkLst>
            <pc:docMk/>
            <pc:sldMk cId="246388207" sldId="337"/>
            <ac:picMk id="7" creationId="{FA6BF073-1DE1-E228-3943-6679A7FF911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37233B-0833-EF40-A4A4-4DDA2CCDF12B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78668B-42F9-8648-A8AF-436CB12C4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076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7T16:11:48.6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32597 4289 16383 0 0,'5'0'0'0'0,"6"0"0"0"0,7 0 0 0 0,5 0 0 0 0,4 0 0 0 0,2 0 0 0 0,1 0 0 0 0,1 0 0 0 0,0 0 0 0 0,-1 0 0 0 0,0 0 0 0 0,0 0 0 0 0,5 0 0 0 0,1 0 0 0 0,0 0 0 0 0,-2 0 0 0 0,-1 0 0 0 0,-1 0 0 0 0,-2 0 0 0 0,0 0 0 0 0,0 0 0 0 0,-1 0 0 0 0,0 0 0 0 0,0 0 0 0 0,0 0 0 0 0,0 0 0 0 0,1 0 0 0 0,-1 0 0 0 0,0 0 0 0 0,1 0 0 0 0,-1 0 0 0 0,1 0 0 0 0,-1 0 0 0 0,1 0 0 0 0,-1 0 0 0 0,0 0 0 0 0,1 0 0 0 0,-1 0 0 0 0,1 0 0 0 0,-1 0 0 0 0,0 0 0 0 0,1-5 0 0 0,-1-1 0 0 0,1-1 0 0 0,-1 2 0 0 0,0 2 0 0 0,1 0 0 0 0,-1 2 0 0 0,1 1 0 0 0,-1 0 0 0 0,0 0 0 0 0,1 0 0 0 0,-1 0 0 0 0,0 1 0 0 0,1-1 0 0 0,-1 0 0 0 0,1 0 0 0 0,-1 0 0 0 0,0 0 0 0 0,1 0 0 0 0,-1 0 0 0 0,1 0 0 0 0,-1 0 0 0 0,0 0 0 0 0,1 0 0 0 0,-1 0 0 0 0,1 0 0 0 0,-1 0 0 0 0,0 0 0 0 0,1 0 0 0 0,-1 0 0 0 0,1 0 0 0 0,-1 0 0 0 0,0 0 0 0 0,1 0 0 0 0,-1 0 0 0 0,1 0 0 0 0,-1 0 0 0 0,0 0 0 0 0,1 0 0 0 0,-1 0 0 0 0,1 0 0 0 0,-1 0 0 0 0,0 0 0 0 0,-4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0-07T16:11:48.6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27490 5345 16383 0 0,'5'0'0'0'0,"7"0"0"0"0,6 0 0 0 0,5 0 0 0 0,4 0 0 0 0,2 0 0 0 0,1 0 0 0 0,1 0 0 0 0,-1 0 0 0 0,1 0 0 0 0,-1 0 0 0 0,0 0 0 0 0,-1 0 0 0 0,1 0 0 0 0,-1 0 0 0 0,1 0 0 0 0,-1 0 0 0 0,0 0 0 0 0,1 0 0 0 0,-1 0 0 0 0,1 0 0 0 0,-1 0 0 0 0,0 0 0 0 0,1 0 0 0 0,-1 0 0 0 0,0 0 0 0 0,1 5 0 0 0,-1 1 0 0 0,1 1 0 0 0,-1-2 0 0 0,0-2 0 0 0,1 0 0 0 0,-1-2 0 0 0,1-1 0 0 0,-1 0 0 0 0,0 0 0 0 0,1 0 0 0 0,-1-1 0 0 0,1 1 0 0 0,-1 0 0 0 0,0 0 0 0 0,1 0 0 0 0,-1 0 0 0 0,1 0 0 0 0,-1 0 0 0 0,0 0 0 0 0,1 0 0 0 0,-1 0 0 0 0,1 0 0 0 0,-1 0 0 0 0,0 0 0 0 0,1 0 0 0 0,-1 0 0 0 0,1 0 0 0 0,-1 0 0 0 0,0 0 0 0 0,1 0 0 0 0,-1 0 0 0 0,1 0 0 0 0,-1 0 0 0 0,0 0 0 0 0,1 0 0 0 0,-1 0 0 0 0,1 0 0 0 0,-1 0 0 0 0,0 0 0 0 0,1 0 0 0 0,-6-5 0 0 0,-1-2 0 0 0,0 1 0 0 0,1 1 0 0 0,-3 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A5CFB8B-B9EB-4E3F-B143-7BE1A009C8C1}" type="datetimeFigureOut">
              <a:rPr lang="en-US"/>
              <a:pPr>
                <a:defRPr/>
              </a:pPr>
              <a:t>10/7/2025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89D10C4C-EAC2-4D66-B9F8-E052F2E25BCC}" type="slidenum">
              <a:rPr lang="en-US" altLang="et-EE"/>
              <a:pPr>
                <a:defRPr/>
              </a:pPr>
              <a:t>‹#›</a:t>
            </a:fld>
            <a:endParaRPr lang="en-US" altLang="et-EE"/>
          </a:p>
        </p:txBody>
      </p:sp>
    </p:spTree>
    <p:extLst>
      <p:ext uri="{BB962C8B-B14F-4D97-AF65-F5344CB8AC3E}">
        <p14:creationId xmlns:p14="http://schemas.microsoft.com/office/powerpoint/2010/main" val="20348502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err="1"/>
              <a:t>Opvõimendi</a:t>
            </a:r>
            <a:r>
              <a:rPr lang="en-US"/>
              <a:t> </a:t>
            </a:r>
            <a:r>
              <a:rPr lang="en-US" err="1">
                <a:solidFill>
                  <a:srgbClr val="000000"/>
                </a:solidFill>
              </a:rPr>
              <a:t>teisendab</a:t>
            </a:r>
            <a:r>
              <a:rPr lang="en-US">
                <a:solidFill>
                  <a:srgbClr val="000000"/>
                </a:solidFill>
              </a:rPr>
              <a:t> </a:t>
            </a:r>
            <a:r>
              <a:rPr lang="en-US" err="1"/>
              <a:t>voolu</a:t>
            </a:r>
            <a:r>
              <a:rPr lang="en-US"/>
              <a:t> </a:t>
            </a:r>
            <a:r>
              <a:rPr lang="en-US" err="1"/>
              <a:t>pingeks</a:t>
            </a:r>
            <a:r>
              <a:rPr lang="en-US"/>
              <a:t>. </a:t>
            </a:r>
            <a:r>
              <a:rPr lang="en-US" err="1"/>
              <a:t>Fotodioodi</a:t>
            </a:r>
            <a:r>
              <a:rPr lang="en-US"/>
              <a:t> </a:t>
            </a:r>
            <a:r>
              <a:rPr lang="en-US" err="1"/>
              <a:t>vool</a:t>
            </a:r>
            <a:r>
              <a:rPr lang="en-US"/>
              <a:t> </a:t>
            </a:r>
            <a:r>
              <a:rPr lang="en-US" err="1"/>
              <a:t>siseneb</a:t>
            </a:r>
            <a:r>
              <a:rPr lang="en-US"/>
              <a:t> op-</a:t>
            </a:r>
            <a:r>
              <a:rPr lang="en-US" err="1"/>
              <a:t>võimendi</a:t>
            </a:r>
            <a:r>
              <a:rPr lang="en-US"/>
              <a:t> </a:t>
            </a:r>
            <a:r>
              <a:rPr lang="en-US" err="1"/>
              <a:t>inverteerivasse</a:t>
            </a:r>
            <a:r>
              <a:rPr lang="en-US"/>
              <a:t> sisendisse. Tagasisideahelas </a:t>
            </a:r>
            <a:r>
              <a:rPr lang="en-US" err="1"/>
              <a:t>olev</a:t>
            </a:r>
            <a:r>
              <a:rPr lang="en-US"/>
              <a:t> </a:t>
            </a:r>
            <a:r>
              <a:rPr lang="en-US" err="1"/>
              <a:t>takisti</a:t>
            </a:r>
            <a:r>
              <a:rPr lang="en-US"/>
              <a:t> </a:t>
            </a:r>
            <a:r>
              <a:rPr lang="en-US" err="1"/>
              <a:t>muudab</a:t>
            </a:r>
            <a:r>
              <a:rPr lang="en-US"/>
              <a:t> </a:t>
            </a:r>
            <a:r>
              <a:rPr lang="en-US" err="1"/>
              <a:t>selle</a:t>
            </a:r>
            <a:r>
              <a:rPr lang="en-US"/>
              <a:t> </a:t>
            </a:r>
            <a:r>
              <a:rPr lang="en-US" err="1"/>
              <a:t>voolu</a:t>
            </a:r>
            <a:r>
              <a:rPr lang="en-US"/>
              <a:t> </a:t>
            </a:r>
            <a:r>
              <a:rPr lang="en-US" err="1"/>
              <a:t>pingeks</a:t>
            </a:r>
            <a:r>
              <a:rPr lang="en-US"/>
              <a:t> </a:t>
            </a:r>
            <a:r>
              <a:rPr lang="en-US" err="1"/>
              <a:t>väljundis</a:t>
            </a:r>
            <a:endParaRPr lang="en-US">
              <a:ea typeface="Calibri"/>
              <a:cs typeface="Calibri"/>
            </a:endParaRP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err="1"/>
              <a:t>Väike</a:t>
            </a:r>
            <a:r>
              <a:rPr lang="en-US"/>
              <a:t> </a:t>
            </a:r>
            <a:r>
              <a:rPr lang="en-US" err="1"/>
              <a:t>kondensaator</a:t>
            </a:r>
            <a:r>
              <a:rPr lang="en-US"/>
              <a:t> (22–24 pF) </a:t>
            </a:r>
            <a:r>
              <a:rPr lang="en-US" err="1"/>
              <a:t>lõikab</a:t>
            </a:r>
            <a:r>
              <a:rPr lang="en-US"/>
              <a:t> </a:t>
            </a:r>
            <a:r>
              <a:rPr lang="en-US" err="1"/>
              <a:t>kiire</a:t>
            </a:r>
            <a:r>
              <a:rPr lang="en-US"/>
              <a:t> </a:t>
            </a:r>
            <a:r>
              <a:rPr lang="en-US" err="1"/>
              <a:t>müra</a:t>
            </a:r>
            <a:r>
              <a:rPr lang="en-US"/>
              <a:t> </a:t>
            </a:r>
            <a:r>
              <a:rPr lang="en-US" err="1"/>
              <a:t>ära</a:t>
            </a:r>
            <a:r>
              <a:rPr lang="en-US"/>
              <a:t> ja </a:t>
            </a:r>
            <a:r>
              <a:rPr lang="en-US" err="1"/>
              <a:t>hoiab</a:t>
            </a:r>
            <a:r>
              <a:rPr lang="en-US"/>
              <a:t> </a:t>
            </a:r>
            <a:r>
              <a:rPr lang="en-US" err="1"/>
              <a:t>võnkumised</a:t>
            </a:r>
            <a:r>
              <a:rPr lang="en-US"/>
              <a:t> </a:t>
            </a:r>
            <a:r>
              <a:rPr lang="en-US" err="1"/>
              <a:t>kontrolli</a:t>
            </a:r>
            <a:r>
              <a:rPr lang="en-US"/>
              <a:t> all.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9D10C4C-EAC2-4D66-B9F8-E052F2E25BCC}" type="slidenum">
              <a:rPr lang="en-US" altLang="et-EE"/>
              <a:pPr>
                <a:defRPr/>
              </a:pPr>
              <a:t>3</a:t>
            </a:fld>
            <a:endParaRPr lang="en-US" altLang="et-EE"/>
          </a:p>
        </p:txBody>
      </p:sp>
    </p:spTree>
    <p:extLst>
      <p:ext uri="{BB962C8B-B14F-4D97-AF65-F5344CB8AC3E}">
        <p14:creationId xmlns:p14="http://schemas.microsoft.com/office/powerpoint/2010/main" val="2421264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vaslaid ar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094" r="-1" b="21589"/>
          <a:stretch/>
        </p:blipFill>
        <p:spPr>
          <a:xfrm>
            <a:off x="-15499" y="-23247"/>
            <a:ext cx="12207498" cy="4940618"/>
          </a:xfrm>
          <a:prstGeom prst="rect">
            <a:avLst/>
          </a:prstGeom>
        </p:spPr>
      </p:pic>
      <p:grpSp>
        <p:nvGrpSpPr>
          <p:cNvPr id="9" name="Group 8"/>
          <p:cNvGrpSpPr/>
          <p:nvPr userDrawn="1"/>
        </p:nvGrpSpPr>
        <p:grpSpPr>
          <a:xfrm>
            <a:off x="0" y="1965075"/>
            <a:ext cx="12192000" cy="4892925"/>
            <a:chOff x="-1" y="1965075"/>
            <a:chExt cx="12192000" cy="4892925"/>
          </a:xfrm>
        </p:grpSpPr>
        <p:sp>
          <p:nvSpPr>
            <p:cNvPr id="10" name="Freeform 9"/>
            <p:cNvSpPr/>
            <p:nvPr userDrawn="1"/>
          </p:nvSpPr>
          <p:spPr>
            <a:xfrm>
              <a:off x="-1" y="3312687"/>
              <a:ext cx="12192000" cy="3545313"/>
            </a:xfrm>
            <a:custGeom>
              <a:avLst/>
              <a:gdLst>
                <a:gd name="connsiteX0" fmla="*/ 986101 w 12192000"/>
                <a:gd name="connsiteY0" fmla="*/ 0 h 3545313"/>
                <a:gd name="connsiteX1" fmla="*/ 12192000 w 12192000"/>
                <a:gd name="connsiteY1" fmla="*/ 0 h 3545313"/>
                <a:gd name="connsiteX2" fmla="*/ 12192000 w 12192000"/>
                <a:gd name="connsiteY2" fmla="*/ 510802 h 3545313"/>
                <a:gd name="connsiteX3" fmla="*/ 12192000 w 12192000"/>
                <a:gd name="connsiteY3" fmla="*/ 1543258 h 3545313"/>
                <a:gd name="connsiteX4" fmla="*/ 12192000 w 12192000"/>
                <a:gd name="connsiteY4" fmla="*/ 3545313 h 3545313"/>
                <a:gd name="connsiteX5" fmla="*/ 986101 w 12192000"/>
                <a:gd name="connsiteY5" fmla="*/ 3545313 h 3545313"/>
                <a:gd name="connsiteX6" fmla="*/ 475299 w 12192000"/>
                <a:gd name="connsiteY6" fmla="*/ 3545313 h 3545313"/>
                <a:gd name="connsiteX7" fmla="*/ 0 w 12192000"/>
                <a:gd name="connsiteY7" fmla="*/ 3545313 h 3545313"/>
                <a:gd name="connsiteX8" fmla="*/ 0 w 12192000"/>
                <a:gd name="connsiteY8" fmla="*/ 1543258 h 3545313"/>
                <a:gd name="connsiteX9" fmla="*/ 475299 w 12192000"/>
                <a:gd name="connsiteY9" fmla="*/ 1543258 h 3545313"/>
                <a:gd name="connsiteX10" fmla="*/ 475299 w 12192000"/>
                <a:gd name="connsiteY10" fmla="*/ 510802 h 3545313"/>
                <a:gd name="connsiteX11" fmla="*/ 986101 w 12192000"/>
                <a:gd name="connsiteY11" fmla="*/ 510802 h 3545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3545313">
                  <a:moveTo>
                    <a:pt x="986101" y="0"/>
                  </a:moveTo>
                  <a:lnTo>
                    <a:pt x="12192000" y="0"/>
                  </a:lnTo>
                  <a:lnTo>
                    <a:pt x="12192000" y="510802"/>
                  </a:lnTo>
                  <a:lnTo>
                    <a:pt x="12192000" y="1543258"/>
                  </a:lnTo>
                  <a:lnTo>
                    <a:pt x="12192000" y="3545313"/>
                  </a:lnTo>
                  <a:lnTo>
                    <a:pt x="986101" y="3545313"/>
                  </a:lnTo>
                  <a:lnTo>
                    <a:pt x="475299" y="3545313"/>
                  </a:lnTo>
                  <a:lnTo>
                    <a:pt x="0" y="3545313"/>
                  </a:lnTo>
                  <a:lnTo>
                    <a:pt x="0" y="1543258"/>
                  </a:lnTo>
                  <a:lnTo>
                    <a:pt x="475299" y="1543258"/>
                  </a:lnTo>
                  <a:lnTo>
                    <a:pt x="475299" y="510802"/>
                  </a:lnTo>
                  <a:lnTo>
                    <a:pt x="986101" y="5108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3" name="Picture 3" descr="C:\Users\ipihu\Desktop\logo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6800" y="1965075"/>
              <a:ext cx="2449513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7" name="Picture 3" descr="C:\Users\ipihu\Desktop\logo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1966097"/>
            <a:ext cx="2449513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0" y="-9921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1" name="Text Placeholder 17"/>
          <p:cNvSpPr>
            <a:spLocks noGrp="1"/>
          </p:cNvSpPr>
          <p:nvPr>
            <p:ph type="body" sz="quarter" idx="12" hasCustomPrompt="1"/>
          </p:nvPr>
        </p:nvSpPr>
        <p:spPr>
          <a:xfrm>
            <a:off x="942276" y="4472120"/>
            <a:ext cx="8892396" cy="85287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i="0" cap="all" baseline="0">
                <a:solidFill>
                  <a:schemeClr val="accent3"/>
                </a:solidFill>
                <a:latin typeface="Verdana" charset="0"/>
              </a:defRPr>
            </a:lvl1pPr>
          </a:lstStyle>
          <a:p>
            <a:r>
              <a:rPr lang="et-EE" sz="3600"/>
              <a:t>Presentatsiooni Pealkiri</a:t>
            </a:r>
            <a:endParaRPr lang="et-EE" sz="3600">
              <a:solidFill>
                <a:schemeClr val="accent1"/>
              </a:solidFill>
            </a:endParaRP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964578" y="5791200"/>
            <a:ext cx="4738535" cy="78274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/>
              <a:t>Nimi </a:t>
            </a:r>
            <a:r>
              <a:rPr lang="et-EE" sz="1800" err="1"/>
              <a:t>Nimeste</a:t>
            </a:r>
            <a:br>
              <a:rPr lang="et-EE" sz="1800"/>
            </a:br>
            <a:r>
              <a:rPr lang="et-EE" sz="1800"/>
              <a:t>Teaduskond / instituut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err="1"/>
              <a:t>Tallinna</a:t>
            </a:r>
            <a:r>
              <a:rPr lang="en-US" sz="1800"/>
              <a:t> </a:t>
            </a:r>
            <a:r>
              <a:rPr lang="en-US" sz="1800" err="1"/>
              <a:t>Tehnikaülikool</a:t>
            </a:r>
            <a:endParaRPr lang="et-EE" sz="180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4" hasCustomPrompt="1"/>
          </p:nvPr>
        </p:nvSpPr>
        <p:spPr>
          <a:xfrm>
            <a:off x="942276" y="4961733"/>
            <a:ext cx="8892396" cy="4814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i="0" cap="all" baseline="0">
                <a:solidFill>
                  <a:schemeClr val="accent3"/>
                </a:solidFill>
                <a:latin typeface="Verdana" charset="0"/>
              </a:defRPr>
            </a:lvl1pPr>
          </a:lstStyle>
          <a:p>
            <a:r>
              <a:rPr lang="et-EE" sz="3600">
                <a:solidFill>
                  <a:schemeClr val="accent1"/>
                </a:solidFill>
              </a:rPr>
              <a:t>vajadusel kahel real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2623AA-F127-438E-83EA-5A4B108798A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775767" y="6208816"/>
            <a:ext cx="1916097" cy="365125"/>
          </a:xfrm>
          <a:prstGeom prst="rect">
            <a:avLst/>
          </a:prstGeom>
        </p:spPr>
        <p:txBody>
          <a:bodyPr/>
          <a:lstStyle>
            <a:lvl1pPr>
              <a:defRPr sz="2200">
                <a:solidFill>
                  <a:schemeClr val="tx2"/>
                </a:solidFill>
                <a:latin typeface="+mn-lt"/>
              </a:defRPr>
            </a:lvl1pPr>
          </a:lstStyle>
          <a:p>
            <a:endParaRPr lang="et-EE"/>
          </a:p>
        </p:txBody>
      </p:sp>
    </p:spTree>
    <p:extLst>
      <p:ext uri="{BB962C8B-B14F-4D97-AF65-F5344CB8AC3E}">
        <p14:creationId xmlns:p14="http://schemas.microsoft.com/office/powerpoint/2010/main" val="3580372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4" y="549275"/>
            <a:ext cx="10494517" cy="81088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21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171700" y="1628776"/>
            <a:ext cx="8802242" cy="4140200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lang="en-US" altLang="en-US" sz="1800" smtClean="0">
                <a:solidFill>
                  <a:srgbClr val="332B60"/>
                </a:solidFill>
              </a:defRPr>
            </a:lvl1pPr>
            <a:lvl2pPr marL="742950" indent="-28575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20015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3pPr>
            <a:lvl4pPr>
              <a:defRPr sz="1800">
                <a:solidFill>
                  <a:srgbClr val="332B60"/>
                </a:solidFill>
              </a:defRPr>
            </a:lvl4pPr>
            <a:lvl5pPr marL="1771650" marR="0" indent="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6pPr>
            <a:lvl7pPr>
              <a:defRPr sz="1800">
                <a:solidFill>
                  <a:srgbClr val="332B60"/>
                </a:solidFill>
              </a:defRPr>
            </a:lvl7pPr>
          </a:lstStyle>
          <a:p>
            <a:pPr>
              <a:buClr>
                <a:srgbClr val="E4067E"/>
              </a:buClr>
            </a:pPr>
            <a:r>
              <a:rPr lang="en-US" altLang="en-US" sz="1800">
                <a:solidFill>
                  <a:srgbClr val="332B60"/>
                </a:solidFill>
                <a:latin typeface="+mn-lt"/>
              </a:rPr>
              <a:t>Vivamus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hendrerit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Proin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dapibus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Praesent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ultrice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ces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nulla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sit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amet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lacus.</a:t>
            </a:r>
          </a:p>
          <a:p>
            <a:pPr lvl="1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Ut</a:t>
            </a:r>
            <a:r>
              <a:rPr lang="en-US" altLang="en-US" sz="1800">
                <a:solidFill>
                  <a:srgbClr val="332B60"/>
                </a:solidFill>
              </a:rPr>
              <a:t> vitae </a:t>
            </a:r>
            <a:r>
              <a:rPr lang="en-US" altLang="en-US" sz="1800" err="1">
                <a:solidFill>
                  <a:srgbClr val="332B60"/>
                </a:solidFill>
              </a:rPr>
              <a:t>nunc</a:t>
            </a:r>
            <a:r>
              <a:rPr lang="en-US" altLang="en-US" sz="1800">
                <a:solidFill>
                  <a:srgbClr val="332B60"/>
                </a:solidFill>
              </a:rPr>
              <a:t> non </a:t>
            </a:r>
            <a:r>
              <a:rPr lang="en-US" altLang="en-US" sz="1800" err="1">
                <a:solidFill>
                  <a:srgbClr val="332B60"/>
                </a:solidFill>
              </a:rPr>
              <a:t>pede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tristique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sagittis</a:t>
            </a:r>
            <a:r>
              <a:rPr lang="en-US" altLang="en-US" sz="1800">
                <a:solidFill>
                  <a:srgbClr val="332B60"/>
                </a:solidFill>
              </a:rPr>
              <a:t>. </a:t>
            </a:r>
            <a:r>
              <a:rPr lang="en-US" altLang="en-US" sz="1800" err="1">
                <a:solidFill>
                  <a:srgbClr val="332B60"/>
                </a:solidFill>
              </a:rPr>
              <a:t>Aliquam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imperdiet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elit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vel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justo</a:t>
            </a:r>
            <a:r>
              <a:rPr lang="en-US" altLang="en-US" sz="1800">
                <a:solidFill>
                  <a:srgbClr val="332B60"/>
                </a:solidFill>
              </a:rPr>
              <a:t>. </a:t>
            </a:r>
          </a:p>
          <a:p>
            <a:pPr lvl="2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Quisque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porttitor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imperiandiet</a:t>
            </a:r>
            <a:r>
              <a:rPr lang="en-US" altLang="en-US" sz="1800">
                <a:solidFill>
                  <a:srgbClr val="332B60"/>
                </a:solidFill>
              </a:rPr>
              <a:t> qua.</a:t>
            </a:r>
          </a:p>
          <a:p>
            <a:pPr lvl="3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</a:p>
          <a:p>
            <a:pPr lvl="4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</a:p>
          <a:p>
            <a:pPr lvl="5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  <a:endParaRPr lang="en-US" altLang="en-US">
              <a:solidFill>
                <a:srgbClr val="332B60"/>
              </a:solidFill>
            </a:endParaRPr>
          </a:p>
          <a:p>
            <a:pPr>
              <a:buClr>
                <a:srgbClr val="E4067E"/>
              </a:buClr>
            </a:pPr>
            <a:r>
              <a:rPr lang="et-EE" altLang="en-US" sz="1800">
                <a:solidFill>
                  <a:srgbClr val="332B60"/>
                </a:solidFill>
                <a:latin typeface="+mn-lt"/>
              </a:rPr>
              <a:t>B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ibendum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hendrerit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,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rutrum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ut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,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turpis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Sed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velit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</a:p>
          <a:p>
            <a:pPr lvl="1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Sed</a:t>
            </a:r>
            <a:r>
              <a:rPr lang="en-US" altLang="en-US" sz="1800">
                <a:solidFill>
                  <a:srgbClr val="332B60"/>
                </a:solidFill>
              </a:rPr>
              <a:t> semper </a:t>
            </a:r>
            <a:r>
              <a:rPr lang="en-US" altLang="en-US" sz="1800" err="1">
                <a:solidFill>
                  <a:srgbClr val="332B60"/>
                </a:solidFill>
              </a:rPr>
              <a:t>augue</a:t>
            </a:r>
            <a:r>
              <a:rPr lang="en-US" altLang="en-US" sz="1800">
                <a:solidFill>
                  <a:srgbClr val="332B60"/>
                </a:solidFill>
              </a:rPr>
              <a:t>.</a:t>
            </a:r>
          </a:p>
          <a:p>
            <a:pPr marL="2514600" marR="0" lvl="5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t-EE"/>
          </a:p>
          <a:p>
            <a:pPr marL="2057400" marR="0" lvl="4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lang="et-EE"/>
          </a:p>
          <a:p>
            <a:pPr lvl="2"/>
            <a:endParaRPr lang="et-EE"/>
          </a:p>
          <a:p>
            <a:pPr lvl="0"/>
            <a:endParaRPr lang="et-EE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0B6D22-8E33-087D-58B0-A64C96D7A3B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7676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26" userDrawn="1">
          <p15:clr>
            <a:srgbClr val="FBAE40"/>
          </p15:clr>
        </p15:guide>
        <p15:guide id="3" pos="13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gra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49275"/>
            <a:ext cx="10494517" cy="80277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  <a:lvl2pPr>
              <a:defRPr sz="2500"/>
            </a:lvl2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14" name="Chart Placeholder 13"/>
          <p:cNvSpPr>
            <a:spLocks noGrp="1"/>
          </p:cNvSpPr>
          <p:nvPr>
            <p:ph type="chart" sz="quarter" idx="15"/>
          </p:nvPr>
        </p:nvSpPr>
        <p:spPr>
          <a:xfrm>
            <a:off x="2183498" y="3244275"/>
            <a:ext cx="8790444" cy="2530883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6"/>
          </p:nvPr>
        </p:nvSpPr>
        <p:spPr>
          <a:xfrm>
            <a:off x="2171700" y="2144993"/>
            <a:ext cx="8790444" cy="901807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 baseline="0">
                <a:solidFill>
                  <a:srgbClr val="332B60"/>
                </a:solidFill>
                <a:latin typeface="Verdana" charset="0"/>
              </a:defRPr>
            </a:lvl1pPr>
            <a:lvl2pPr marL="742950" indent="-28575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3pPr>
            <a:lvl4pPr marL="1371600" indent="0">
              <a:buFont typeface="Verdana" panose="020B0604030504040204" pitchFamily="34" charset="0"/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2171700" y="1628776"/>
            <a:ext cx="8790444" cy="413669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A13D0F-1F42-8B6D-EC1F-C4A1E322837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421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26" userDrawn="1">
          <p15:clr>
            <a:srgbClr val="FBAE40"/>
          </p15:clr>
        </p15:guide>
        <p15:guide id="3" orient="horz" pos="39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4" y="549275"/>
            <a:ext cx="10656887" cy="810887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171700" y="1628776"/>
            <a:ext cx="8964612" cy="388032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171700" y="2196270"/>
            <a:ext cx="8964613" cy="3572706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/>
              <a:t>TALLINNA TEHNIKAÜLIKOOL</a:t>
            </a:r>
            <a:endParaRPr lang="en-US" altLang="en-US" sz="1200" b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06DD6B-0F39-C71F-7DB3-8CBDB9E28D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5592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3997" userDrawn="1">
          <p15:clr>
            <a:srgbClr val="FBAE40"/>
          </p15:clr>
        </p15:guide>
        <p15:guide id="3" orient="horz" pos="102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graafi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7" y="549275"/>
            <a:ext cx="6109380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12" name="Chart Placeholder 13"/>
          <p:cNvSpPr>
            <a:spLocks noGrp="1"/>
          </p:cNvSpPr>
          <p:nvPr>
            <p:ph type="chart" sz="quarter" idx="15"/>
          </p:nvPr>
        </p:nvSpPr>
        <p:spPr>
          <a:xfrm>
            <a:off x="6888163" y="549276"/>
            <a:ext cx="4248151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  <a:latin typeface="+mn-lt"/>
              </a:defRPr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2171700" y="1628776"/>
            <a:ext cx="4351731" cy="4140199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  <a:lvl2pPr marL="6858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3pPr>
            <a:lvl4pPr marL="16002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4pPr>
            <a:lvl5pPr marL="20574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6pPr>
            <a:lvl7pPr marL="29718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7pPr>
          </a:lstStyle>
          <a:p>
            <a:pPr lvl="0"/>
            <a:r>
              <a:rPr lang="et-EE"/>
              <a:t>Redigeeri juhtslaidi tekstilaade</a:t>
            </a:r>
          </a:p>
          <a:p>
            <a:pPr lvl="1"/>
            <a:r>
              <a:rPr lang="et-EE"/>
              <a:t>Redigeeri teksti</a:t>
            </a:r>
          </a:p>
          <a:p>
            <a:pPr lvl="2"/>
            <a:r>
              <a:rPr lang="et-EE"/>
              <a:t>Redigeeri teksti</a:t>
            </a:r>
          </a:p>
          <a:p>
            <a:pPr marL="1600200" marR="0" lvl="3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057400" marR="0" lvl="4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514600" marR="0" lvl="5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971800" marR="0" lvl="6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E48F67-02B0-1853-BFBA-6A38AD98A62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2228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3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ja pi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49275"/>
            <a:ext cx="6044006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  <a:lvl2pPr>
              <a:defRPr sz="2200" b="1" i="0"/>
            </a:lvl2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7"/>
          </p:nvPr>
        </p:nvSpPr>
        <p:spPr>
          <a:xfrm>
            <a:off x="6888163" y="549276"/>
            <a:ext cx="4248151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2171700" y="1628776"/>
            <a:ext cx="4351731" cy="4140199"/>
          </a:xfrm>
          <a:prstGeom prst="rect">
            <a:avLst/>
          </a:prstGeom>
        </p:spPr>
        <p:txBody>
          <a:bodyPr lIns="0" tIns="0" rIns="0" bIns="0"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  <a:lvl2pPr marL="6858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2pPr>
            <a:lvl3pPr marL="1143000" indent="-228600">
              <a:buClr>
                <a:srgbClr val="E4067E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3pPr>
            <a:lvl4pPr marL="16002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4pPr>
            <a:lvl5pPr marL="20574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5pPr>
            <a:lvl6pPr marL="25146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6pPr>
            <a:lvl7pPr marL="2971800" marR="0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 sz="1800">
                <a:solidFill>
                  <a:srgbClr val="332B60"/>
                </a:solidFill>
              </a:defRPr>
            </a:lvl7pPr>
          </a:lstStyle>
          <a:p>
            <a:pPr lvl="0"/>
            <a:r>
              <a:rPr lang="et-EE"/>
              <a:t>Redigeeri juhtslaidi tekstilaade</a:t>
            </a:r>
          </a:p>
          <a:p>
            <a:pPr lvl="1"/>
            <a:r>
              <a:rPr lang="et-EE"/>
              <a:t>Redigeeri teksti</a:t>
            </a:r>
          </a:p>
          <a:p>
            <a:pPr lvl="2"/>
            <a:r>
              <a:rPr lang="et-EE"/>
              <a:t>Redigeeri teksti</a:t>
            </a:r>
          </a:p>
          <a:p>
            <a:pPr marL="1600200" marR="0" lvl="3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057400" marR="0" lvl="4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514600" marR="0" lvl="5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</a:t>
            </a:r>
          </a:p>
          <a:p>
            <a:pPr marL="2971800" marR="0" lvl="6" indent="-28575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t-EE"/>
              <a:t>Redigeeri teksti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3454FD-FFC8-BAFE-0D09-F2FE3384C9A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01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afik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2171700" y="5204389"/>
            <a:ext cx="4351731" cy="57076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 tekstilaade</a:t>
            </a:r>
          </a:p>
        </p:txBody>
      </p:sp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58471"/>
            <a:ext cx="10656888" cy="755228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20" name="Text Placeholder 11"/>
          <p:cNvSpPr>
            <a:spLocks noGrp="1"/>
          </p:cNvSpPr>
          <p:nvPr>
            <p:ph type="body" sz="quarter" idx="21"/>
          </p:nvPr>
        </p:nvSpPr>
        <p:spPr>
          <a:xfrm>
            <a:off x="6888164" y="5204389"/>
            <a:ext cx="4248542" cy="570769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2"/>
          </p:nvPr>
        </p:nvSpPr>
        <p:spPr>
          <a:xfrm>
            <a:off x="2171701" y="1628776"/>
            <a:ext cx="4351338" cy="333633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chart</a:t>
            </a:r>
          </a:p>
        </p:txBody>
      </p:sp>
      <p:sp>
        <p:nvSpPr>
          <p:cNvPr id="5" name="Chart Placeholder 4"/>
          <p:cNvSpPr>
            <a:spLocks noGrp="1"/>
          </p:cNvSpPr>
          <p:nvPr>
            <p:ph type="chart" sz="quarter" idx="23" hasCustomPrompt="1"/>
          </p:nvPr>
        </p:nvSpPr>
        <p:spPr>
          <a:xfrm>
            <a:off x="6888163" y="1628775"/>
            <a:ext cx="4248150" cy="3336331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t-EE" noProof="0"/>
              <a:t>Diagrammi lisamiseks klõpsake ikooni</a:t>
            </a:r>
            <a:endParaRPr lang="en-US" noProof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5FEC8B-D324-638C-031D-EFEBA633AE6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557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m pil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9"/>
          <p:cNvSpPr>
            <a:spLocks noGrp="1"/>
          </p:cNvSpPr>
          <p:nvPr>
            <p:ph type="pic" sz="quarter" idx="17"/>
          </p:nvPr>
        </p:nvSpPr>
        <p:spPr>
          <a:xfrm>
            <a:off x="2171700" y="549276"/>
            <a:ext cx="5109317" cy="52197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Picture Placeholder 19"/>
          <p:cNvSpPr>
            <a:spLocks noGrp="1"/>
          </p:cNvSpPr>
          <p:nvPr>
            <p:ph type="pic" sz="quarter" idx="19"/>
          </p:nvPr>
        </p:nvSpPr>
        <p:spPr>
          <a:xfrm>
            <a:off x="7511753" y="3459344"/>
            <a:ext cx="3624561" cy="2309631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1" name="Picture Placeholder 19"/>
          <p:cNvSpPr>
            <a:spLocks noGrp="1"/>
          </p:cNvSpPr>
          <p:nvPr>
            <p:ph type="pic" sz="quarter" idx="20"/>
          </p:nvPr>
        </p:nvSpPr>
        <p:spPr>
          <a:xfrm>
            <a:off x="7511753" y="549275"/>
            <a:ext cx="3624561" cy="2709564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/>
              <a:t>TALLINNA TEHNIKAÜLIKOOL</a:t>
            </a:r>
            <a:endParaRPr lang="en-US" altLang="en-US" sz="1200" b="0"/>
          </a:p>
        </p:txBody>
      </p:sp>
      <p:cxnSp>
        <p:nvCxnSpPr>
          <p:cNvPr id="6" name="Straight Connector 8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D83798-AFD0-2530-847F-148AAAF1033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787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51545"/>
            <a:ext cx="10656888" cy="836666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  <a:lvl2pPr>
              <a:defRPr sz="2500" b="1" i="0"/>
            </a:lvl2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7" name="Table Placeholder 6"/>
          <p:cNvSpPr>
            <a:spLocks noGrp="1"/>
          </p:cNvSpPr>
          <p:nvPr>
            <p:ph type="tbl" sz="quarter" idx="23"/>
          </p:nvPr>
        </p:nvSpPr>
        <p:spPr>
          <a:xfrm>
            <a:off x="2171700" y="1628776"/>
            <a:ext cx="8964613" cy="4140200"/>
          </a:xfrm>
          <a:prstGeom prst="rect">
            <a:avLst/>
          </a:prstGeom>
        </p:spPr>
        <p:txBody>
          <a:bodyPr/>
          <a:lstStyle>
            <a:lvl1pPr>
              <a:defRPr sz="1800" baseline="0">
                <a:solidFill>
                  <a:schemeClr val="bg1"/>
                </a:solidFill>
                <a:latin typeface="Verdana" charset="0"/>
              </a:defRPr>
            </a:lvl1pPr>
          </a:lstStyle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6A3FD1-25CC-CD30-46D7-FEE38C2478D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9663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479425" y="549275"/>
            <a:ext cx="10656886" cy="844415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cap="all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</a:t>
            </a:r>
          </a:p>
          <a:p>
            <a:pPr lvl="0"/>
            <a:r>
              <a:rPr lang="et-EE"/>
              <a:t>Vajadusel kahel real</a:t>
            </a:r>
            <a:endParaRPr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2171700" y="1628775"/>
            <a:ext cx="8964612" cy="627315"/>
          </a:xfrm>
          <a:prstGeom prst="rect">
            <a:avLst/>
          </a:prstGeom>
        </p:spPr>
        <p:txBody>
          <a:bodyPr lIns="0" tIns="0" rIns="0" bIns="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800" baseline="0">
                <a:solidFill>
                  <a:srgbClr val="332B60"/>
                </a:solidFill>
                <a:latin typeface="Verdana" charset="0"/>
              </a:defRPr>
            </a:lvl1pPr>
          </a:lstStyle>
          <a:p>
            <a:pPr lvl="0"/>
            <a:r>
              <a:rPr lang="et-EE"/>
              <a:t>Redigeeri juhtslaidi tekstilaade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2171700" y="2491176"/>
            <a:ext cx="8964611" cy="3277800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chemeClr val="accent1"/>
              </a:buClr>
              <a:buFont typeface="Wingdings" panose="05000000000000000000" pitchFamily="2" charset="2"/>
              <a:buChar char="§"/>
              <a:defRPr sz="1800">
                <a:solidFill>
                  <a:srgbClr val="332B60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5" name="Text Placeholder 1"/>
          <p:cNvSpPr txBox="1">
            <a:spLocks/>
          </p:cNvSpPr>
          <p:nvPr userDrawn="1"/>
        </p:nvSpPr>
        <p:spPr>
          <a:xfrm>
            <a:off x="1836653" y="5972632"/>
            <a:ext cx="2761100" cy="175132"/>
          </a:xfrm>
          <a:prstGeom prst="rect">
            <a:avLst/>
          </a:prstGeom>
        </p:spPr>
        <p:txBody>
          <a:bodyPr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200" b="1" i="0" kern="1200" cap="all" baseline="0">
                <a:solidFill>
                  <a:schemeClr val="accent2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t-EE" altLang="en-US" sz="1200" b="0"/>
              <a:t>TALLINNA TEHNIKAÜLIKOOL</a:t>
            </a:r>
            <a:endParaRPr lang="en-US" altLang="en-US" sz="1200" b="0"/>
          </a:p>
        </p:txBody>
      </p:sp>
      <p:cxnSp>
        <p:nvCxnSpPr>
          <p:cNvPr id="6" name="Straight Connector 8"/>
          <p:cNvCxnSpPr/>
          <p:nvPr userDrawn="1"/>
        </p:nvCxnSpPr>
        <p:spPr>
          <a:xfrm>
            <a:off x="1698624" y="5775158"/>
            <a:ext cx="0" cy="57008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42B157-9E90-41FB-413C-6E93B45774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2270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hesl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094" r="-1" b="21589"/>
          <a:stretch/>
        </p:blipFill>
        <p:spPr>
          <a:xfrm>
            <a:off x="-15499" y="-23247"/>
            <a:ext cx="12207498" cy="4940618"/>
          </a:xfrm>
          <a:prstGeom prst="rect">
            <a:avLst/>
          </a:prstGeom>
        </p:spPr>
      </p:pic>
      <p:grpSp>
        <p:nvGrpSpPr>
          <p:cNvPr id="2" name="Group 1"/>
          <p:cNvGrpSpPr/>
          <p:nvPr userDrawn="1"/>
        </p:nvGrpSpPr>
        <p:grpSpPr>
          <a:xfrm>
            <a:off x="-1" y="1965075"/>
            <a:ext cx="12192000" cy="4892925"/>
            <a:chOff x="-1" y="1965075"/>
            <a:chExt cx="12192000" cy="4892925"/>
          </a:xfrm>
        </p:grpSpPr>
        <p:sp>
          <p:nvSpPr>
            <p:cNvPr id="7" name="Freeform 6"/>
            <p:cNvSpPr/>
            <p:nvPr userDrawn="1"/>
          </p:nvSpPr>
          <p:spPr>
            <a:xfrm>
              <a:off x="-1" y="3312687"/>
              <a:ext cx="12192000" cy="3545313"/>
            </a:xfrm>
            <a:custGeom>
              <a:avLst/>
              <a:gdLst>
                <a:gd name="connsiteX0" fmla="*/ 986101 w 12192000"/>
                <a:gd name="connsiteY0" fmla="*/ 0 h 3545313"/>
                <a:gd name="connsiteX1" fmla="*/ 12192000 w 12192000"/>
                <a:gd name="connsiteY1" fmla="*/ 0 h 3545313"/>
                <a:gd name="connsiteX2" fmla="*/ 12192000 w 12192000"/>
                <a:gd name="connsiteY2" fmla="*/ 510802 h 3545313"/>
                <a:gd name="connsiteX3" fmla="*/ 12192000 w 12192000"/>
                <a:gd name="connsiteY3" fmla="*/ 1543258 h 3545313"/>
                <a:gd name="connsiteX4" fmla="*/ 12192000 w 12192000"/>
                <a:gd name="connsiteY4" fmla="*/ 3545313 h 3545313"/>
                <a:gd name="connsiteX5" fmla="*/ 986101 w 12192000"/>
                <a:gd name="connsiteY5" fmla="*/ 3545313 h 3545313"/>
                <a:gd name="connsiteX6" fmla="*/ 475299 w 12192000"/>
                <a:gd name="connsiteY6" fmla="*/ 3545313 h 3545313"/>
                <a:gd name="connsiteX7" fmla="*/ 0 w 12192000"/>
                <a:gd name="connsiteY7" fmla="*/ 3545313 h 3545313"/>
                <a:gd name="connsiteX8" fmla="*/ 0 w 12192000"/>
                <a:gd name="connsiteY8" fmla="*/ 1543258 h 3545313"/>
                <a:gd name="connsiteX9" fmla="*/ 475299 w 12192000"/>
                <a:gd name="connsiteY9" fmla="*/ 1543258 h 3545313"/>
                <a:gd name="connsiteX10" fmla="*/ 475299 w 12192000"/>
                <a:gd name="connsiteY10" fmla="*/ 510802 h 3545313"/>
                <a:gd name="connsiteX11" fmla="*/ 986101 w 12192000"/>
                <a:gd name="connsiteY11" fmla="*/ 510802 h 35453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3545313">
                  <a:moveTo>
                    <a:pt x="986101" y="0"/>
                  </a:moveTo>
                  <a:lnTo>
                    <a:pt x="12192000" y="0"/>
                  </a:lnTo>
                  <a:lnTo>
                    <a:pt x="12192000" y="510802"/>
                  </a:lnTo>
                  <a:lnTo>
                    <a:pt x="12192000" y="1543258"/>
                  </a:lnTo>
                  <a:lnTo>
                    <a:pt x="12192000" y="3545313"/>
                  </a:lnTo>
                  <a:lnTo>
                    <a:pt x="986101" y="3545313"/>
                  </a:lnTo>
                  <a:lnTo>
                    <a:pt x="475299" y="3545313"/>
                  </a:lnTo>
                  <a:lnTo>
                    <a:pt x="0" y="3545313"/>
                  </a:lnTo>
                  <a:lnTo>
                    <a:pt x="0" y="1543258"/>
                  </a:lnTo>
                  <a:lnTo>
                    <a:pt x="475299" y="1543258"/>
                  </a:lnTo>
                  <a:lnTo>
                    <a:pt x="475299" y="510802"/>
                  </a:lnTo>
                  <a:lnTo>
                    <a:pt x="986101" y="51080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8" name="Picture 3" descr="C:\Users\ipihu\Desktop\logo.png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86800" y="1965075"/>
              <a:ext cx="2449513" cy="1371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982403" y="4797922"/>
            <a:ext cx="10159444" cy="19961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cap="all" baseline="0">
                <a:solidFill>
                  <a:schemeClr val="accent3"/>
                </a:solidFill>
                <a:latin typeface="Verdana" charset="0"/>
              </a:defRPr>
            </a:lvl1pPr>
            <a:lvl2pPr marL="0" indent="0">
              <a:spcBef>
                <a:spcPts val="1000"/>
              </a:spcBef>
              <a:buFontTx/>
              <a:buNone/>
              <a:defRPr sz="1600" b="0">
                <a:solidFill>
                  <a:schemeClr val="accent2"/>
                </a:solidFill>
              </a:defRPr>
            </a:lvl2pPr>
          </a:lstStyle>
          <a:p>
            <a:r>
              <a:rPr lang="et-EE" altLang="en-US" sz="2900" err="1">
                <a:solidFill>
                  <a:schemeClr val="tx2"/>
                </a:solidFill>
              </a:rPr>
              <a:t>VaheSLAIDI</a:t>
            </a:r>
            <a:r>
              <a:rPr lang="et-EE" altLang="en-US" sz="2900">
                <a:solidFill>
                  <a:schemeClr val="tx2"/>
                </a:solidFill>
              </a:rPr>
              <a:t> pealkiri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altLang="en-US" sz="2900">
                <a:solidFill>
                  <a:schemeClr val="accent1"/>
                </a:solidFill>
              </a:rPr>
              <a:t>Vajadusel ka KAHEL või kolmel REAL</a:t>
            </a:r>
            <a:endParaRPr lang="en-US" altLang="en-US" sz="29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839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imane sl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3" t="21094" r="-1" b="21589"/>
          <a:stretch/>
        </p:blipFill>
        <p:spPr>
          <a:xfrm>
            <a:off x="-15499" y="-23247"/>
            <a:ext cx="12207498" cy="4940618"/>
          </a:xfrm>
          <a:prstGeom prst="rect">
            <a:avLst/>
          </a:prstGeom>
        </p:spPr>
      </p:pic>
      <p:sp>
        <p:nvSpPr>
          <p:cNvPr id="15" name="Freeform 14"/>
          <p:cNvSpPr/>
          <p:nvPr userDrawn="1"/>
        </p:nvSpPr>
        <p:spPr>
          <a:xfrm>
            <a:off x="-1" y="3312687"/>
            <a:ext cx="12192000" cy="3545313"/>
          </a:xfrm>
          <a:custGeom>
            <a:avLst/>
            <a:gdLst>
              <a:gd name="connsiteX0" fmla="*/ 986101 w 12192000"/>
              <a:gd name="connsiteY0" fmla="*/ 0 h 3545313"/>
              <a:gd name="connsiteX1" fmla="*/ 12192000 w 12192000"/>
              <a:gd name="connsiteY1" fmla="*/ 0 h 3545313"/>
              <a:gd name="connsiteX2" fmla="*/ 12192000 w 12192000"/>
              <a:gd name="connsiteY2" fmla="*/ 510802 h 3545313"/>
              <a:gd name="connsiteX3" fmla="*/ 12192000 w 12192000"/>
              <a:gd name="connsiteY3" fmla="*/ 1543258 h 3545313"/>
              <a:gd name="connsiteX4" fmla="*/ 12192000 w 12192000"/>
              <a:gd name="connsiteY4" fmla="*/ 3545313 h 3545313"/>
              <a:gd name="connsiteX5" fmla="*/ 986101 w 12192000"/>
              <a:gd name="connsiteY5" fmla="*/ 3545313 h 3545313"/>
              <a:gd name="connsiteX6" fmla="*/ 475299 w 12192000"/>
              <a:gd name="connsiteY6" fmla="*/ 3545313 h 3545313"/>
              <a:gd name="connsiteX7" fmla="*/ 0 w 12192000"/>
              <a:gd name="connsiteY7" fmla="*/ 3545313 h 3545313"/>
              <a:gd name="connsiteX8" fmla="*/ 0 w 12192000"/>
              <a:gd name="connsiteY8" fmla="*/ 1543258 h 3545313"/>
              <a:gd name="connsiteX9" fmla="*/ 475299 w 12192000"/>
              <a:gd name="connsiteY9" fmla="*/ 1543258 h 3545313"/>
              <a:gd name="connsiteX10" fmla="*/ 475299 w 12192000"/>
              <a:gd name="connsiteY10" fmla="*/ 510802 h 3545313"/>
              <a:gd name="connsiteX11" fmla="*/ 986101 w 12192000"/>
              <a:gd name="connsiteY11" fmla="*/ 510802 h 3545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3545313">
                <a:moveTo>
                  <a:pt x="986101" y="0"/>
                </a:moveTo>
                <a:lnTo>
                  <a:pt x="12192000" y="0"/>
                </a:lnTo>
                <a:lnTo>
                  <a:pt x="12192000" y="510802"/>
                </a:lnTo>
                <a:lnTo>
                  <a:pt x="12192000" y="1543258"/>
                </a:lnTo>
                <a:lnTo>
                  <a:pt x="12192000" y="3545313"/>
                </a:lnTo>
                <a:lnTo>
                  <a:pt x="986101" y="3545313"/>
                </a:lnTo>
                <a:lnTo>
                  <a:pt x="475299" y="3545313"/>
                </a:lnTo>
                <a:lnTo>
                  <a:pt x="0" y="3545313"/>
                </a:lnTo>
                <a:lnTo>
                  <a:pt x="0" y="1543258"/>
                </a:lnTo>
                <a:lnTo>
                  <a:pt x="475299" y="1543258"/>
                </a:lnTo>
                <a:lnTo>
                  <a:pt x="475299" y="510802"/>
                </a:lnTo>
                <a:lnTo>
                  <a:pt x="986101" y="51080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93884" y="1958640"/>
            <a:ext cx="2447645" cy="1370681"/>
          </a:xfrm>
          <a:prstGeom prst="rect">
            <a:avLst/>
          </a:prstGeom>
        </p:spPr>
      </p:pic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0" y="-99218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8" name="Text Placeholder 19"/>
          <p:cNvSpPr>
            <a:spLocks noGrp="1"/>
          </p:cNvSpPr>
          <p:nvPr>
            <p:ph type="body" sz="quarter" idx="11" hasCustomPrompt="1"/>
          </p:nvPr>
        </p:nvSpPr>
        <p:spPr>
          <a:xfrm>
            <a:off x="982403" y="4797922"/>
            <a:ext cx="10159444" cy="163897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3200" b="1" cap="all" baseline="0">
                <a:solidFill>
                  <a:srgbClr val="332B60"/>
                </a:solidFill>
                <a:latin typeface="Verdana" charset="0"/>
              </a:defRPr>
            </a:lvl1pPr>
            <a:lvl2pPr marL="0" indent="0">
              <a:spcBef>
                <a:spcPts val="1000"/>
              </a:spcBef>
              <a:buFontTx/>
              <a:buNone/>
              <a:defRPr sz="1600" b="0">
                <a:solidFill>
                  <a:schemeClr val="accent2"/>
                </a:solidFill>
              </a:defRPr>
            </a:lvl2pPr>
          </a:lstStyle>
          <a:p>
            <a:r>
              <a:rPr lang="en-US" altLang="en-US"/>
              <a:t>TALLINN</a:t>
            </a:r>
            <a:r>
              <a:rPr lang="et-EE" altLang="en-US"/>
              <a:t>A</a:t>
            </a:r>
            <a:r>
              <a:rPr lang="en-US" altLang="en-US"/>
              <a:t> </a:t>
            </a:r>
            <a:r>
              <a:rPr lang="et-EE" altLang="en-US"/>
              <a:t>TEHNIKAÜLIKOOL</a:t>
            </a:r>
            <a:endParaRPr lang="en-US" altLang="en-US"/>
          </a:p>
          <a:p>
            <a:r>
              <a:rPr lang="en-US" altLang="en-US" sz="1700" b="0" cap="none" err="1">
                <a:solidFill>
                  <a:schemeClr val="accent2"/>
                </a:solidFill>
              </a:rPr>
              <a:t>Ehitajate</a:t>
            </a:r>
            <a:r>
              <a:rPr lang="en-US" altLang="en-US" sz="1700" b="0" cap="none">
                <a:solidFill>
                  <a:schemeClr val="accent2"/>
                </a:solidFill>
              </a:rPr>
              <a:t> </a:t>
            </a:r>
            <a:r>
              <a:rPr lang="et-EE" altLang="en-US" sz="1700" b="0" cap="none">
                <a:solidFill>
                  <a:schemeClr val="accent2"/>
                </a:solidFill>
              </a:rPr>
              <a:t>tee</a:t>
            </a:r>
            <a:r>
              <a:rPr lang="en-US" altLang="en-US" sz="1700" b="0" cap="none">
                <a:solidFill>
                  <a:schemeClr val="accent2"/>
                </a:solidFill>
              </a:rPr>
              <a:t> 5, 19086 Tallinn</a:t>
            </a:r>
            <a:r>
              <a:rPr lang="et-EE" altLang="en-US" sz="1700" b="0" cap="none">
                <a:solidFill>
                  <a:schemeClr val="accent2"/>
                </a:solidFill>
              </a:rPr>
              <a:t>, </a:t>
            </a:r>
          </a:p>
          <a:p>
            <a:r>
              <a:rPr lang="et-EE" altLang="en-US" sz="1700" b="0" cap="none">
                <a:solidFill>
                  <a:schemeClr val="accent2"/>
                </a:solidFill>
              </a:rPr>
              <a:t>Tel </a:t>
            </a:r>
            <a:r>
              <a:rPr lang="en-US" altLang="en-US" sz="1700" b="0" cap="none">
                <a:solidFill>
                  <a:schemeClr val="accent2"/>
                </a:solidFill>
              </a:rPr>
              <a:t>620 2002 (</a:t>
            </a:r>
            <a:r>
              <a:rPr lang="et-EE" altLang="en-US" sz="1700" b="0" cap="none">
                <a:solidFill>
                  <a:schemeClr val="accent2"/>
                </a:solidFill>
              </a:rPr>
              <a:t>E-R</a:t>
            </a:r>
            <a:r>
              <a:rPr lang="en-US" altLang="en-US" sz="1700" b="0" cap="none">
                <a:solidFill>
                  <a:schemeClr val="accent2"/>
                </a:solidFill>
              </a:rPr>
              <a:t> 8.30–</a:t>
            </a:r>
            <a:r>
              <a:rPr lang="et-EE" altLang="en-US" sz="1700" b="0" cap="none">
                <a:solidFill>
                  <a:schemeClr val="accent2"/>
                </a:solidFill>
              </a:rPr>
              <a:t>17</a:t>
            </a:r>
            <a:r>
              <a:rPr lang="en-US" altLang="en-US" sz="1700" b="0" cap="none">
                <a:solidFill>
                  <a:schemeClr val="accent2"/>
                </a:solidFill>
              </a:rPr>
              <a:t>.00</a:t>
            </a:r>
            <a:r>
              <a:rPr lang="et-EE" altLang="en-US" sz="1700" b="0" cap="none">
                <a:solidFill>
                  <a:schemeClr val="accent2"/>
                </a:solidFill>
              </a:rPr>
              <a:t>)</a:t>
            </a:r>
            <a:endParaRPr lang="en-US" altLang="en-US" sz="1700" cap="none">
              <a:solidFill>
                <a:schemeClr val="accent2"/>
              </a:solidFill>
            </a:endParaRPr>
          </a:p>
          <a:p>
            <a:r>
              <a:rPr lang="en-US" altLang="en-US" sz="1700" cap="none">
                <a:solidFill>
                  <a:schemeClr val="accent2"/>
                </a:solidFill>
                <a:latin typeface="Verdana" panose="020B0604030504040204" pitchFamily="34" charset="0"/>
              </a:rPr>
              <a:t>t</a:t>
            </a:r>
            <a:r>
              <a:rPr lang="et-EE" altLang="en-US" sz="1700" cap="none" err="1">
                <a:solidFill>
                  <a:schemeClr val="accent2"/>
                </a:solidFill>
                <a:latin typeface="Verdana" panose="020B0604030504040204" pitchFamily="34" charset="0"/>
              </a:rPr>
              <a:t>altech</a:t>
            </a:r>
            <a:r>
              <a:rPr lang="en-US" altLang="en-US" sz="1700" cap="none">
                <a:solidFill>
                  <a:schemeClr val="accent2"/>
                </a:solidFill>
                <a:latin typeface="Verdana" panose="020B0604030504040204" pitchFamily="34" charset="0"/>
              </a:rPr>
              <a:t>.</a:t>
            </a:r>
            <a:r>
              <a:rPr lang="en-US" altLang="en-US" sz="1700" cap="none" err="1">
                <a:solidFill>
                  <a:schemeClr val="accent2"/>
                </a:solidFill>
                <a:latin typeface="Verdana" panose="020B0604030504040204" pitchFamily="34" charset="0"/>
              </a:rPr>
              <a:t>ee</a:t>
            </a:r>
            <a:endParaRPr lang="en-US" altLang="en-US" sz="1700" cap="none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5138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lt 3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35" t="19052" r="15651" b="26172"/>
          <a:stretch/>
        </p:blipFill>
        <p:spPr>
          <a:xfrm>
            <a:off x="462334" y="5732251"/>
            <a:ext cx="1085205" cy="648000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5E0AB993-4BFC-4F9E-97E1-F2FF3173D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6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</a:t>
            </a:r>
            <a:br>
              <a:rPr lang="et-EE"/>
            </a:br>
            <a:r>
              <a:rPr lang="en-US"/>
              <a:t>TITLE STYLE</a:t>
            </a:r>
            <a:endParaRPr lang="et-E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043F4D-4C1B-412C-914B-5B86DDA7F6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96291"/>
            <a:ext cx="10515600" cy="41097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rgbClr val="E4067E"/>
              </a:buClr>
            </a:pP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Vivamus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hendrerit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Proin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dapibus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Praesent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ultrice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ces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nulla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sit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amet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+mn-lt"/>
              </a:rPr>
              <a:t>lacus</a:t>
            </a:r>
            <a:r>
              <a:rPr lang="en-US" altLang="en-US" sz="1800">
                <a:solidFill>
                  <a:srgbClr val="332B60"/>
                </a:solidFill>
                <a:latin typeface="+mn-lt"/>
              </a:rPr>
              <a:t>.</a:t>
            </a:r>
          </a:p>
          <a:p>
            <a:pPr lvl="1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Ut</a:t>
            </a:r>
            <a:r>
              <a:rPr lang="en-US" altLang="en-US" sz="1800">
                <a:solidFill>
                  <a:srgbClr val="332B60"/>
                </a:solidFill>
              </a:rPr>
              <a:t> vitae </a:t>
            </a:r>
            <a:r>
              <a:rPr lang="en-US" altLang="en-US" sz="1800" err="1">
                <a:solidFill>
                  <a:srgbClr val="332B60"/>
                </a:solidFill>
              </a:rPr>
              <a:t>nunc</a:t>
            </a:r>
            <a:r>
              <a:rPr lang="en-US" altLang="en-US" sz="1800">
                <a:solidFill>
                  <a:srgbClr val="332B60"/>
                </a:solidFill>
              </a:rPr>
              <a:t> non </a:t>
            </a:r>
            <a:r>
              <a:rPr lang="en-US" altLang="en-US" sz="1800" err="1">
                <a:solidFill>
                  <a:srgbClr val="332B60"/>
                </a:solidFill>
              </a:rPr>
              <a:t>pede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tristique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sagittis</a:t>
            </a:r>
            <a:r>
              <a:rPr lang="en-US" altLang="en-US" sz="1800">
                <a:solidFill>
                  <a:srgbClr val="332B60"/>
                </a:solidFill>
              </a:rPr>
              <a:t>. </a:t>
            </a:r>
            <a:r>
              <a:rPr lang="en-US" altLang="en-US" sz="1800" err="1">
                <a:solidFill>
                  <a:srgbClr val="332B60"/>
                </a:solidFill>
              </a:rPr>
              <a:t>Aliquam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imperdiet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elit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vel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justo</a:t>
            </a:r>
            <a:r>
              <a:rPr lang="en-US" altLang="en-US" sz="1800">
                <a:solidFill>
                  <a:srgbClr val="332B60"/>
                </a:solidFill>
              </a:rPr>
              <a:t>. </a:t>
            </a:r>
          </a:p>
          <a:p>
            <a:pPr lvl="2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</a:rPr>
              <a:t>Quisque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porttitor</a:t>
            </a:r>
            <a:r>
              <a:rPr lang="en-US" altLang="en-US" sz="1800">
                <a:solidFill>
                  <a:srgbClr val="332B60"/>
                </a:solidFill>
              </a:rPr>
              <a:t> </a:t>
            </a:r>
            <a:r>
              <a:rPr lang="en-US" altLang="en-US" sz="1800" err="1">
                <a:solidFill>
                  <a:srgbClr val="332B60"/>
                </a:solidFill>
              </a:rPr>
              <a:t>imperiandiet</a:t>
            </a:r>
            <a:r>
              <a:rPr lang="en-US" altLang="en-US" sz="1800">
                <a:solidFill>
                  <a:srgbClr val="332B60"/>
                </a:solidFill>
              </a:rPr>
              <a:t> qua.</a:t>
            </a:r>
          </a:p>
          <a:p>
            <a:pPr lvl="3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</a:p>
          <a:p>
            <a:pPr lvl="4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</a:p>
          <a:p>
            <a:pPr lvl="5">
              <a:buClr>
                <a:srgbClr val="E4067E"/>
              </a:buClr>
              <a:buFont typeface="Wingdings" panose="05000000000000000000" pitchFamily="2" charset="2"/>
              <a:buChar char="§"/>
            </a:pPr>
            <a:r>
              <a:rPr lang="en-US" altLang="en-US" err="1">
                <a:solidFill>
                  <a:srgbClr val="332B60"/>
                </a:solidFill>
              </a:rPr>
              <a:t>Phasellus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vel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lectus</a:t>
            </a:r>
            <a:r>
              <a:rPr lang="en-US" altLang="en-US">
                <a:solidFill>
                  <a:srgbClr val="332B60"/>
                </a:solidFill>
              </a:rPr>
              <a:t> at </a:t>
            </a:r>
            <a:r>
              <a:rPr lang="en-US" altLang="en-US" err="1">
                <a:solidFill>
                  <a:srgbClr val="332B60"/>
                </a:solidFill>
              </a:rPr>
              <a:t>orci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ornare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ultrices</a:t>
            </a:r>
            <a:r>
              <a:rPr lang="en-US" altLang="en-US">
                <a:solidFill>
                  <a:srgbClr val="332B60"/>
                </a:solidFill>
              </a:rPr>
              <a:t>. Viva </a:t>
            </a:r>
            <a:r>
              <a:rPr lang="en-US" altLang="en-US" err="1">
                <a:solidFill>
                  <a:srgbClr val="332B60"/>
                </a:solidFill>
              </a:rPr>
              <a:t>etmus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justo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est</a:t>
            </a:r>
            <a:r>
              <a:rPr lang="en-US" altLang="en-US">
                <a:solidFill>
                  <a:srgbClr val="332B60"/>
                </a:solidFill>
              </a:rPr>
              <a:t>, </a:t>
            </a:r>
            <a:r>
              <a:rPr lang="en-US" altLang="en-US" err="1">
                <a:solidFill>
                  <a:srgbClr val="332B60"/>
                </a:solidFill>
              </a:rPr>
              <a:t>vulputate</a:t>
            </a:r>
            <a:r>
              <a:rPr lang="en-US" altLang="en-US">
                <a:solidFill>
                  <a:srgbClr val="332B60"/>
                </a:solidFill>
              </a:rPr>
              <a:t> </a:t>
            </a:r>
            <a:r>
              <a:rPr lang="en-US" altLang="en-US" err="1">
                <a:solidFill>
                  <a:srgbClr val="332B60"/>
                </a:solidFill>
              </a:rPr>
              <a:t>eu</a:t>
            </a:r>
            <a:r>
              <a:rPr lang="et-EE" altLang="en-US">
                <a:solidFill>
                  <a:srgbClr val="332B60"/>
                </a:solidFill>
              </a:rPr>
              <a:t>.</a:t>
            </a:r>
            <a:endParaRPr lang="en-US" altLang="en-US">
              <a:solidFill>
                <a:srgbClr val="332B60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D826D-25D0-6D00-6235-90DA434EF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5C5C7E-044F-428A-BBD0-81FB79B3AD79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  <p:sldLayoutId id="2147483915" r:id="rId8"/>
    <p:sldLayoutId id="2147483916" r:id="rId9"/>
    <p:sldLayoutId id="2147483917" r:id="rId10"/>
    <p:sldLayoutId id="2147483919" r:id="rId11"/>
    <p:sldLayoutId id="2147483920" r:id="rId12"/>
  </p:sldLayoutIdLst>
  <p:hf hdr="0" ftr="0" dt="0"/>
  <p:txStyles>
    <p:title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2200" b="1" kern="1200">
          <a:solidFill>
            <a:schemeClr val="tx2"/>
          </a:solidFill>
          <a:latin typeface="+mn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634" userDrawn="1">
          <p15:clr>
            <a:srgbClr val="F26B43"/>
          </p15:clr>
        </p15:guide>
        <p15:guide id="2" pos="302" userDrawn="1">
          <p15:clr>
            <a:srgbClr val="F26B43"/>
          </p15:clr>
        </p15:guide>
        <p15:guide id="3" pos="1368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orient="horz" pos="1026" userDrawn="1">
          <p15:clr>
            <a:srgbClr val="F26B43"/>
          </p15:clr>
        </p15:guide>
        <p15:guide id="6" orient="horz" pos="3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5" Type="http://schemas.openxmlformats.org/officeDocument/2006/relationships/image" Target="../media/image14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i kohatäide 4"/>
          <p:cNvSpPr>
            <a:spLocks noGrp="1"/>
          </p:cNvSpPr>
          <p:nvPr>
            <p:ph type="body" sz="quarter" idx="12"/>
          </p:nvPr>
        </p:nvSpPr>
        <p:spPr>
          <a:xfrm>
            <a:off x="624892" y="3854795"/>
            <a:ext cx="11421966" cy="1545052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t-EE">
                <a:latin typeface="Verdana"/>
                <a:ea typeface="Verdana"/>
              </a:rPr>
              <a:t>G11</a:t>
            </a:r>
          </a:p>
          <a:p>
            <a:r>
              <a:rPr lang="et-EE">
                <a:solidFill>
                  <a:schemeClr val="accent1"/>
                </a:solidFill>
                <a:latin typeface="Verdana"/>
                <a:ea typeface="Verdana"/>
              </a:rPr>
              <a:t>Valgustugevuse mõõtmine fotodioodiga / Arduino Nano digisisendi laiendamine </a:t>
            </a:r>
            <a:endParaRPr lang="et-EE">
              <a:solidFill>
                <a:schemeClr val="accent1"/>
              </a:solidFill>
              <a:ea typeface="Verdana"/>
            </a:endParaRPr>
          </a:p>
        </p:txBody>
      </p:sp>
      <p:sp>
        <p:nvSpPr>
          <p:cNvPr id="14" name="Teksti kohatäide 5"/>
          <p:cNvSpPr>
            <a:spLocks noGrp="1"/>
          </p:cNvSpPr>
          <p:nvPr>
            <p:ph type="body" sz="quarter" idx="13"/>
          </p:nvPr>
        </p:nvSpPr>
        <p:spPr>
          <a:xfrm>
            <a:off x="958720" y="5399847"/>
            <a:ext cx="4335175" cy="117409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/>
              <a:t>Juhendaja: Kaiser Pärnamets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/>
              <a:t>Uko Poschlin, Karl Romet de la Torre</a:t>
            </a:r>
            <a:br>
              <a:rPr lang="et-EE" sz="1800">
                <a:solidFill>
                  <a:srgbClr val="332B60"/>
                </a:solidFill>
              </a:rPr>
            </a:br>
            <a:endParaRPr lang="en-US" sz="1800">
              <a:solidFill>
                <a:srgbClr val="332B60"/>
              </a:solidFill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800" err="1">
                <a:solidFill>
                  <a:srgbClr val="332B60"/>
                </a:solidFill>
              </a:rPr>
              <a:t>Tallinna</a:t>
            </a:r>
            <a:r>
              <a:rPr lang="en-US" sz="1800">
                <a:solidFill>
                  <a:srgbClr val="332B60"/>
                </a:solidFill>
              </a:rPr>
              <a:t> </a:t>
            </a:r>
            <a:r>
              <a:rPr lang="en-US" sz="1800" err="1">
                <a:solidFill>
                  <a:srgbClr val="332B60"/>
                </a:solidFill>
              </a:rPr>
              <a:t>Tehnikaülikool</a:t>
            </a:r>
            <a:endParaRPr lang="et-EE" sz="1800">
              <a:solidFill>
                <a:srgbClr val="332B60"/>
              </a:solidFill>
            </a:endParaRPr>
          </a:p>
        </p:txBody>
      </p:sp>
      <p:sp>
        <p:nvSpPr>
          <p:cNvPr id="2" name="Teksti kohatäide 5">
            <a:extLst>
              <a:ext uri="{FF2B5EF4-FFF2-40B4-BE49-F238E27FC236}">
                <a16:creationId xmlns:a16="http://schemas.microsoft.com/office/drawing/2014/main" id="{08518355-602D-0555-8A92-91AF8516EEC1}"/>
              </a:ext>
            </a:extLst>
          </p:cNvPr>
          <p:cNvSpPr txBox="1">
            <a:spLocks/>
          </p:cNvSpPr>
          <p:nvPr/>
        </p:nvSpPr>
        <p:spPr>
          <a:xfrm>
            <a:off x="5647289" y="5399847"/>
            <a:ext cx="4335175" cy="11740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kern="1200" baseline="0">
                <a:solidFill>
                  <a:srgbClr val="332B60"/>
                </a:solidFill>
                <a:latin typeface="Verdana" charset="0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>
                <a:latin typeface="Verdana"/>
                <a:ea typeface="Verdana"/>
              </a:rPr>
              <a:t>Juhendaja: Andres Eek </a:t>
            </a:r>
            <a:endParaRPr lang="en-US" sz="180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sz="1800"/>
              <a:t>Jüri Kajava, Jarek Rootsma</a:t>
            </a:r>
            <a:br>
              <a:rPr lang="et-EE" sz="1800"/>
            </a:br>
            <a:endParaRPr lang="et-EE" sz="1800"/>
          </a:p>
        </p:txBody>
      </p:sp>
    </p:spTree>
    <p:extLst>
      <p:ext uri="{BB962C8B-B14F-4D97-AF65-F5344CB8AC3E}">
        <p14:creationId xmlns:p14="http://schemas.microsoft.com/office/powerpoint/2010/main" val="1599053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t-EE" altLang="en-US">
                <a:solidFill>
                  <a:srgbClr val="332B60"/>
                </a:solidFill>
              </a:rPr>
              <a:t>Projekt (analoog):</a:t>
            </a:r>
            <a:br>
              <a:rPr lang="et-EE" altLang="en-US">
                <a:solidFill>
                  <a:srgbClr val="332B60"/>
                </a:solidFill>
              </a:rPr>
            </a:br>
            <a:r>
              <a:rPr lang="et-EE"/>
              <a:t>Valgustugevuse mõõtmine fotodioodiga</a:t>
            </a:r>
            <a:endParaRPr lang="en-US" altLang="en-US">
              <a:solidFill>
                <a:srgbClr val="332B60"/>
              </a:solidFill>
            </a:endParaRPr>
          </a:p>
          <a:p>
            <a:endParaRPr lang="en-US" altLang="en-US">
              <a:solidFill>
                <a:srgbClr val="332B60"/>
              </a:solidFill>
            </a:endParaRPr>
          </a:p>
        </p:txBody>
      </p:sp>
      <p:sp>
        <p:nvSpPr>
          <p:cNvPr id="6147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2171700" y="1628775"/>
            <a:ext cx="8802242" cy="404050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t-EE"/>
              <a:t>Koostada skeem, mis hindab valgustatust vahemikus 300-500 luksi ja kasutades selleks kolme </a:t>
            </a:r>
            <a:r>
              <a:rPr lang="et-EE" err="1"/>
              <a:t>LED-i</a:t>
            </a:r>
            <a:r>
              <a:rPr lang="et-EE"/>
              <a:t>: valgustatus on alla 300 luksi, valgustatus on vahemikus 300-500 luksi ja valgustatus on üle 500 luksi. </a:t>
            </a:r>
            <a:endParaRPr lang="et-EE">
              <a:ea typeface="Verdana"/>
            </a:endParaRPr>
          </a:p>
          <a:p>
            <a:pPr lvl="1"/>
            <a:r>
              <a:rPr lang="et-EE"/>
              <a:t>Lahenduses kasutada analoogkomponente (st </a:t>
            </a:r>
            <a:r>
              <a:rPr lang="et-EE" err="1"/>
              <a:t>Arduino</a:t>
            </a:r>
            <a:r>
              <a:rPr lang="et-EE"/>
              <a:t> </a:t>
            </a:r>
            <a:r>
              <a:rPr lang="et-EE" err="1"/>
              <a:t>Nano</a:t>
            </a:r>
            <a:r>
              <a:rPr lang="et-EE"/>
              <a:t> jääb valikust välja). </a:t>
            </a:r>
            <a:endParaRPr lang="et-EE">
              <a:ea typeface="Verdana"/>
            </a:endParaRPr>
          </a:p>
          <a:p>
            <a:pPr lvl="2"/>
            <a:r>
              <a:rPr lang="et-EE"/>
              <a:t>valgustatuse mõõtmine, kohvris oleva fotodioodi sobivus selleks </a:t>
            </a:r>
            <a:endParaRPr lang="et-EE">
              <a:ea typeface="Verdana"/>
            </a:endParaRPr>
          </a:p>
          <a:p>
            <a:pPr lvl="2"/>
            <a:r>
              <a:rPr lang="et-EE"/>
              <a:t>muundur: fotodioodi vool -&gt; pinge </a:t>
            </a:r>
            <a:endParaRPr lang="et-EE">
              <a:ea typeface="Verdana"/>
            </a:endParaRPr>
          </a:p>
          <a:p>
            <a:pPr lvl="2"/>
            <a:r>
              <a:rPr lang="et-EE"/>
              <a:t>valgustatuse näidu tasemete määramine (</a:t>
            </a:r>
            <a:r>
              <a:rPr lang="et-EE" err="1"/>
              <a:t>komparaator</a:t>
            </a:r>
            <a:r>
              <a:rPr lang="et-EE"/>
              <a:t> ehk </a:t>
            </a:r>
            <a:r>
              <a:rPr lang="et-EE" err="1"/>
              <a:t>comparator</a:t>
            </a:r>
            <a:r>
              <a:rPr lang="et-EE"/>
              <a:t>) </a:t>
            </a:r>
            <a:endParaRPr lang="et-EE">
              <a:ea typeface="Verdana"/>
            </a:endParaRPr>
          </a:p>
          <a:p>
            <a:pPr lvl="2"/>
            <a:r>
              <a:rPr lang="et-EE"/>
              <a:t>täpsus võiks jääda +-10% suurusjärku võrreldes valgusmõõtjaga</a:t>
            </a:r>
            <a:endParaRPr lang="et-EE">
              <a:solidFill>
                <a:srgbClr val="332B60"/>
              </a:solidFill>
              <a:ea typeface="Verdan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B846A0-94B2-65B8-3BC2-81B3FF33374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16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Placeholder 1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err="1"/>
              <a:t>Fotodioodist</a:t>
            </a:r>
            <a:r>
              <a:rPr lang="en-US" altLang="en-US"/>
              <a:t> </a:t>
            </a:r>
            <a:r>
              <a:rPr lang="en-US" altLang="en-US" err="1"/>
              <a:t>vool-pinge</a:t>
            </a:r>
            <a:r>
              <a:rPr lang="en-US" altLang="en-US"/>
              <a:t> </a:t>
            </a:r>
            <a:r>
              <a:rPr lang="en-US" altLang="en-US" err="1"/>
              <a:t>muundur</a:t>
            </a:r>
            <a:r>
              <a:rPr lang="et-EE" altLang="en-US"/>
              <a:t>(analoog):</a:t>
            </a:r>
            <a:br>
              <a:rPr lang="et-EE" altLang="en-US"/>
            </a:br>
            <a:r>
              <a:rPr lang="et-EE"/>
              <a:t>Valgustugevuse mõõtmine fotodioodiga</a:t>
            </a:r>
            <a:endParaRPr lang="en-US" altLang="en-US"/>
          </a:p>
          <a:p>
            <a:endParaRPr lang="en-US" altLang="en-US">
              <a:solidFill>
                <a:srgbClr val="332B60"/>
              </a:solidFill>
            </a:endParaRPr>
          </a:p>
        </p:txBody>
      </p:sp>
      <p:sp>
        <p:nvSpPr>
          <p:cNvPr id="7171" name="Text Placeholder 2"/>
          <p:cNvSpPr>
            <a:spLocks noGrp="1"/>
          </p:cNvSpPr>
          <p:nvPr>
            <p:ph type="body" sz="quarter" idx="18"/>
          </p:nvPr>
        </p:nvSpPr>
        <p:spPr>
          <a:xfrm>
            <a:off x="479425" y="1344676"/>
            <a:ext cx="7559256" cy="163165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  <a:latin typeface="Verdana"/>
                <a:ea typeface="Verdana"/>
              </a:rPr>
              <a:t>Fotodiood</a:t>
            </a:r>
            <a:r>
              <a:rPr lang="en-US" altLang="en-US" sz="1800">
                <a:solidFill>
                  <a:srgbClr val="332B60"/>
                </a:solidFill>
                <a:latin typeface="Verdana"/>
                <a:ea typeface="Verdana"/>
              </a:rPr>
              <a:t> (BPW34): </a:t>
            </a:r>
            <a:r>
              <a:rPr lang="en-US" altLang="en-US" sz="1800" err="1">
                <a:solidFill>
                  <a:srgbClr val="332B60"/>
                </a:solidFill>
                <a:latin typeface="Verdana"/>
                <a:ea typeface="Verdana"/>
              </a:rPr>
              <a:t>genereerib</a:t>
            </a:r>
            <a:r>
              <a:rPr lang="en-US" altLang="en-US" sz="1800">
                <a:solidFill>
                  <a:srgbClr val="332B60"/>
                </a:solidFill>
                <a:latin typeface="Verdana"/>
                <a:ea typeface="Verdana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Verdana"/>
                <a:ea typeface="Verdana"/>
              </a:rPr>
              <a:t>valguse</a:t>
            </a:r>
            <a:r>
              <a:rPr lang="en-US" altLang="en-US" sz="1800">
                <a:solidFill>
                  <a:srgbClr val="332B60"/>
                </a:solidFill>
                <a:latin typeface="Verdana"/>
                <a:ea typeface="Verdana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Verdana"/>
                <a:ea typeface="Verdana"/>
              </a:rPr>
              <a:t>mõjul</a:t>
            </a:r>
            <a:r>
              <a:rPr lang="en-US" altLang="en-US" sz="1800">
                <a:solidFill>
                  <a:srgbClr val="332B60"/>
                </a:solidFill>
                <a:latin typeface="Verdana"/>
                <a:ea typeface="Verdana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Verdana"/>
                <a:ea typeface="Verdana"/>
              </a:rPr>
              <a:t>voolu</a:t>
            </a:r>
            <a:r>
              <a:rPr lang="en-US" altLang="en-US" sz="1800">
                <a:solidFill>
                  <a:srgbClr val="332B60"/>
                </a:solidFill>
                <a:latin typeface="Verdana"/>
                <a:ea typeface="Verdana"/>
              </a:rPr>
              <a:t> (0-7.9uA)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sz="1800">
                <a:solidFill>
                  <a:srgbClr val="332B60"/>
                </a:solidFill>
                <a:latin typeface="Verdana"/>
                <a:ea typeface="Verdana"/>
              </a:rPr>
              <a:t>Op-</a:t>
            </a:r>
            <a:r>
              <a:rPr lang="en-US" altLang="en-US" sz="1800" err="1">
                <a:solidFill>
                  <a:srgbClr val="332B60"/>
                </a:solidFill>
                <a:latin typeface="Verdana"/>
                <a:ea typeface="Verdana"/>
              </a:rPr>
              <a:t>võimendi</a:t>
            </a:r>
            <a:r>
              <a:rPr lang="en-US" altLang="en-US" sz="1800">
                <a:solidFill>
                  <a:srgbClr val="332B60"/>
                </a:solidFill>
                <a:latin typeface="Verdana"/>
                <a:ea typeface="Verdana"/>
              </a:rPr>
              <a:t> (LM324N): </a:t>
            </a:r>
            <a:r>
              <a:rPr lang="en-US" altLang="en-US" sz="1800" err="1">
                <a:solidFill>
                  <a:srgbClr val="332B60"/>
                </a:solidFill>
                <a:latin typeface="Verdana"/>
                <a:ea typeface="Verdana"/>
              </a:rPr>
              <a:t>teisendab</a:t>
            </a:r>
            <a:r>
              <a:rPr lang="en-US" altLang="en-US" sz="1800">
                <a:solidFill>
                  <a:srgbClr val="332B60"/>
                </a:solidFill>
                <a:latin typeface="Verdana"/>
                <a:ea typeface="Verdana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Verdana"/>
                <a:ea typeface="Verdana"/>
              </a:rPr>
              <a:t>voolu</a:t>
            </a:r>
            <a:r>
              <a:rPr lang="en-US" altLang="en-US" sz="1800">
                <a:solidFill>
                  <a:srgbClr val="332B60"/>
                </a:solidFill>
                <a:latin typeface="Verdana"/>
                <a:ea typeface="Verdana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Verdana"/>
                <a:ea typeface="Verdana"/>
              </a:rPr>
              <a:t>pingeks</a:t>
            </a:r>
            <a:endParaRPr lang="en-US" altLang="en-US" sz="1800">
              <a:solidFill>
                <a:srgbClr val="332B60"/>
              </a:solidFill>
              <a:latin typeface="Verdana"/>
              <a:ea typeface="Verdana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  <a:latin typeface="Verdana"/>
                <a:ea typeface="Verdana"/>
              </a:rPr>
              <a:t>Takisti</a:t>
            </a:r>
            <a:r>
              <a:rPr lang="en-US" altLang="en-US" sz="1800">
                <a:solidFill>
                  <a:srgbClr val="332B60"/>
                </a:solidFill>
                <a:latin typeface="Verdana"/>
                <a:ea typeface="Verdana"/>
              </a:rPr>
              <a:t> (500 k</a:t>
            </a:r>
            <a:r>
              <a:rPr lang="el-GR" altLang="en-US" sz="1800">
                <a:solidFill>
                  <a:srgbClr val="332B60"/>
                </a:solidFill>
                <a:latin typeface="Verdana"/>
                <a:ea typeface="Verdana"/>
              </a:rPr>
              <a:t>Ω): </a:t>
            </a:r>
            <a:r>
              <a:rPr lang="en-US" altLang="en-US" sz="1800" err="1">
                <a:solidFill>
                  <a:srgbClr val="332B60"/>
                </a:solidFill>
                <a:latin typeface="Verdana"/>
                <a:ea typeface="Verdana"/>
              </a:rPr>
              <a:t>määrab</a:t>
            </a:r>
            <a:r>
              <a:rPr lang="en-US" altLang="en-US">
                <a:latin typeface="Verdana"/>
                <a:ea typeface="Verdana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Verdana"/>
                <a:ea typeface="Verdana"/>
              </a:rPr>
              <a:t>tundlikkuse</a:t>
            </a:r>
            <a:endParaRPr lang="en-US" altLang="en-US" sz="1800">
              <a:solidFill>
                <a:srgbClr val="332B60"/>
              </a:solidFill>
              <a:ea typeface="Verdana" charset="0"/>
            </a:endParaRP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en-US" sz="1800" err="1">
                <a:solidFill>
                  <a:srgbClr val="332B60"/>
                </a:solidFill>
                <a:latin typeface="Verdana"/>
                <a:ea typeface="Verdana"/>
              </a:rPr>
              <a:t>Kondensaator</a:t>
            </a:r>
            <a:r>
              <a:rPr lang="en-US" altLang="en-US" sz="1800">
                <a:solidFill>
                  <a:srgbClr val="332B60"/>
                </a:solidFill>
                <a:latin typeface="Verdana"/>
                <a:ea typeface="Verdana"/>
              </a:rPr>
              <a:t> (24 pF): </a:t>
            </a:r>
            <a:r>
              <a:rPr lang="en-US" altLang="en-US" sz="1800" err="1">
                <a:solidFill>
                  <a:srgbClr val="332B60"/>
                </a:solidFill>
                <a:latin typeface="Verdana"/>
                <a:ea typeface="Verdana"/>
              </a:rPr>
              <a:t>vähendab</a:t>
            </a:r>
            <a:r>
              <a:rPr lang="en-US" altLang="en-US" sz="1800">
                <a:solidFill>
                  <a:srgbClr val="332B60"/>
                </a:solidFill>
                <a:latin typeface="Verdana"/>
                <a:ea typeface="Verdana"/>
              </a:rPr>
              <a:t> </a:t>
            </a:r>
            <a:r>
              <a:rPr lang="en-US" altLang="en-US" sz="1800" err="1">
                <a:solidFill>
                  <a:srgbClr val="332B60"/>
                </a:solidFill>
                <a:latin typeface="Verdana"/>
                <a:ea typeface="Verdana"/>
              </a:rPr>
              <a:t>müra</a:t>
            </a:r>
            <a:endParaRPr lang="en-US" altLang="en-US" sz="1800">
              <a:solidFill>
                <a:srgbClr val="332B60"/>
              </a:solidFill>
              <a:latin typeface="Verdana"/>
              <a:ea typeface="Verdan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3E3DBF-26C9-18EF-8681-B26E6706E5B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3</a:t>
            </a:fld>
            <a:endParaRPr lang="en-GB"/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8218AF29-7B05-63DF-8753-330E8D94C6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641" y="2976333"/>
            <a:ext cx="6187922" cy="355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55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6E8A3-0521-D708-CAE4-FD6D981CE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Placeholder 1">
            <a:extLst>
              <a:ext uri="{FF2B5EF4-FFF2-40B4-BE49-F238E27FC236}">
                <a16:creationId xmlns:a16="http://schemas.microsoft.com/office/drawing/2014/main" id="{90CC95ED-A85B-B90C-14AB-B94EC7A761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err="1"/>
              <a:t>Komparaatori</a:t>
            </a:r>
            <a:r>
              <a:rPr lang="en-US"/>
              <a:t> </a:t>
            </a:r>
            <a:r>
              <a:rPr lang="en-US" err="1"/>
              <a:t>skeem</a:t>
            </a:r>
            <a:r>
              <a:rPr lang="et-EE" altLang="en-US"/>
              <a:t>(analoog):</a:t>
            </a:r>
            <a:br>
              <a:rPr lang="et-EE" altLang="en-US"/>
            </a:br>
            <a:r>
              <a:rPr lang="et-EE"/>
              <a:t>Valgustugevuse mõõtmine fotodioodiga</a:t>
            </a:r>
            <a:endParaRPr lang="en-US" altLang="en-US"/>
          </a:p>
          <a:p>
            <a:endParaRPr lang="en-US" altLang="en-US"/>
          </a:p>
          <a:p>
            <a:endParaRPr lang="et-EE">
              <a:solidFill>
                <a:srgbClr val="332B60"/>
              </a:solidFill>
              <a:ea typeface="Verdana"/>
            </a:endParaRPr>
          </a:p>
        </p:txBody>
      </p:sp>
      <p:sp>
        <p:nvSpPr>
          <p:cNvPr id="7171" name="Text Placeholder 2">
            <a:extLst>
              <a:ext uri="{FF2B5EF4-FFF2-40B4-BE49-F238E27FC236}">
                <a16:creationId xmlns:a16="http://schemas.microsoft.com/office/drawing/2014/main" id="{02E53060-4297-AE0B-64D1-F3CC335C6FD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79425" y="1360718"/>
            <a:ext cx="8028471" cy="252122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>
                <a:latin typeface="Verdana"/>
                <a:ea typeface="Verdana"/>
              </a:rPr>
              <a:t>R</a:t>
            </a:r>
            <a:r>
              <a:rPr kumimoji="0" lang="et-EE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ohkem valgust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-&gt;</a:t>
            </a:r>
            <a:r>
              <a:rPr kumimoji="0" lang="et-EE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rohkem LED-e põleb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:</a:t>
            </a:r>
          </a:p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   </a:t>
            </a:r>
            <a:r>
              <a:rPr kumimoji="0" lang="et-EE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&lt;300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</a:t>
            </a:r>
            <a:r>
              <a:rPr kumimoji="0" lang="et-EE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lx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,</a:t>
            </a:r>
            <a:r>
              <a:rPr kumimoji="0" lang="et-EE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300–500 lx</a:t>
            </a:r>
            <a:r>
              <a:rPr lang="en-US">
                <a:latin typeface="Verdana"/>
                <a:ea typeface="Verdana"/>
              </a:rPr>
              <a:t> ja</a:t>
            </a:r>
            <a:r>
              <a:rPr kumimoji="0" lang="et-EE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&gt;500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2B60"/>
              </a:solidFill>
              <a:effectLst/>
              <a:uLnTx/>
              <a:uFillTx/>
              <a:latin typeface="Verdana"/>
              <a:ea typeface="Verdan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t-EE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Viited R1–R4 jagurist VDD pealt (kaks peamist piiri: ~300 lx ja ~500 lx);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t-EE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Üks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sisend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saab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I/U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ploki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väljundpinge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teine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saab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vastava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lävepinge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pingejagurist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4067E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t-EE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Kui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väljundpinge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ületab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läve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läheb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op-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ampi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väljund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kõrgeks</a:t>
            </a:r>
            <a:r>
              <a:rPr kumimoji="0" lang="et-EE" sz="1800" b="0" i="0" u="none" strike="noStrike" kern="1200" cap="none" spc="0" normalizeH="0" baseline="0" noProof="0">
                <a:ln>
                  <a:noFill/>
                </a:ln>
                <a:solidFill>
                  <a:srgbClr val="332B60"/>
                </a:solidFill>
                <a:effectLst/>
                <a:uLnTx/>
                <a:uFillTx/>
                <a:latin typeface="Verdana"/>
                <a:ea typeface="Verdana"/>
                <a:cs typeface="+mn-cs"/>
              </a:rPr>
              <a:t>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332B60"/>
              </a:solidFill>
              <a:effectLst/>
              <a:uLnTx/>
              <a:uFillTx/>
              <a:latin typeface="Verdana"/>
              <a:ea typeface="Verdana"/>
              <a:cs typeface="+mn-cs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852B6F-D1E3-7114-9282-055630676ED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4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247CC2-9208-8516-C4E4-D88BAF17D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439" y="3838281"/>
            <a:ext cx="2033093" cy="2470444"/>
          </a:xfrm>
          <a:prstGeom prst="rect">
            <a:avLst/>
          </a:prstGeom>
        </p:spPr>
      </p:pic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865FB775-6E9F-66B5-7F95-3AF94C1CE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162" y="895350"/>
            <a:ext cx="3629826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88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4C901-4836-474A-6FEB-3E98F0D9A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Placeholder 1">
            <a:extLst>
              <a:ext uri="{FF2B5EF4-FFF2-40B4-BE49-F238E27FC236}">
                <a16:creationId xmlns:a16="http://schemas.microsoft.com/office/drawing/2014/main" id="{5316BFA5-13FB-EC56-3EB3-247964B7EA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err="1">
                <a:solidFill>
                  <a:srgbClr val="332B60"/>
                </a:solidFill>
                <a:ea typeface="Verdana"/>
              </a:rPr>
              <a:t>Kogu</a:t>
            </a:r>
            <a:r>
              <a:rPr lang="en-US">
                <a:solidFill>
                  <a:srgbClr val="332B60"/>
                </a:solidFill>
                <a:ea typeface="Verdana"/>
              </a:rPr>
              <a:t> </a:t>
            </a:r>
            <a:r>
              <a:rPr lang="en-US" err="1">
                <a:solidFill>
                  <a:srgbClr val="332B60"/>
                </a:solidFill>
                <a:ea typeface="Verdana"/>
              </a:rPr>
              <a:t>skee</a:t>
            </a:r>
            <a:r>
              <a:rPr lang="en-US" err="1">
                <a:ea typeface="Verdana"/>
              </a:rPr>
              <a:t>m</a:t>
            </a:r>
            <a:r>
              <a:rPr lang="en-US">
                <a:ea typeface="Verdana"/>
              </a:rPr>
              <a:t> (analog)</a:t>
            </a:r>
            <a:endParaRPr lang="et-EE">
              <a:solidFill>
                <a:srgbClr val="332B60"/>
              </a:solidFill>
              <a:ea typeface="Verdan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5C7C39-F296-F0B9-509F-560DE21FD3B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5</a:t>
            </a:fld>
            <a:endParaRPr lang="en-GB"/>
          </a:p>
        </p:txBody>
      </p:sp>
      <p:pic>
        <p:nvPicPr>
          <p:cNvPr id="3" name="Picture 2" descr="A diagram of a circuit&#10;&#10;AI-generated content may be incorrect.">
            <a:extLst>
              <a:ext uri="{FF2B5EF4-FFF2-40B4-BE49-F238E27FC236}">
                <a16:creationId xmlns:a16="http://schemas.microsoft.com/office/drawing/2014/main" id="{D050F5A5-2D96-D369-4F0F-F12F7A98DA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98" y="945461"/>
            <a:ext cx="10493567" cy="543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591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5E944A-5612-D11F-B894-460799811B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err="1"/>
              <a:t>Makettplaadil</a:t>
            </a:r>
            <a:r>
              <a:rPr lang="en-US"/>
              <a:t> </a:t>
            </a:r>
            <a:r>
              <a:rPr lang="en-US" err="1"/>
              <a:t>reaalsed</a:t>
            </a:r>
            <a:r>
              <a:rPr lang="en-US"/>
              <a:t> </a:t>
            </a:r>
            <a:r>
              <a:rPr lang="en-US" err="1"/>
              <a:t>komponendid</a:t>
            </a:r>
            <a:endParaRPr lang="et-E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A8BBA3-45A0-506E-A279-23E65E349F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94178" y="1008271"/>
            <a:ext cx="3383462" cy="716667"/>
          </a:xfrm>
        </p:spPr>
        <p:txBody>
          <a:bodyPr>
            <a:normAutofit/>
          </a:bodyPr>
          <a:lstStyle/>
          <a:p>
            <a:r>
              <a:rPr lang="en-US"/>
              <a:t>V(out)=1.7V </a:t>
            </a:r>
            <a:r>
              <a:rPr lang="en-US" err="1"/>
              <a:t>tähendas</a:t>
            </a:r>
            <a:r>
              <a:rPr lang="en-US"/>
              <a:t> 300lx</a:t>
            </a:r>
          </a:p>
          <a:p>
            <a:r>
              <a:rPr lang="en-US"/>
              <a:t>V(out)=3.2V </a:t>
            </a:r>
            <a:r>
              <a:rPr lang="en-US" err="1"/>
              <a:t>tähendas</a:t>
            </a:r>
            <a:r>
              <a:rPr lang="en-US"/>
              <a:t> 500lx</a:t>
            </a:r>
            <a:endParaRPr lang="et-EE"/>
          </a:p>
          <a:p>
            <a:endParaRPr lang="et-EE"/>
          </a:p>
        </p:txBody>
      </p:sp>
      <p:pic>
        <p:nvPicPr>
          <p:cNvPr id="9" name="Picture 8" descr="A circuit board with wires and wires&#10;&#10;AI-generated content may be incorrect.">
            <a:extLst>
              <a:ext uri="{FF2B5EF4-FFF2-40B4-BE49-F238E27FC236}">
                <a16:creationId xmlns:a16="http://schemas.microsoft.com/office/drawing/2014/main" id="{60ECCF62-B146-492C-A30E-FFFF948B4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362345" y="2178801"/>
            <a:ext cx="2745537" cy="205915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05C823-3538-9904-D80B-A17A500153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6</a:t>
            </a:fld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DBC015-BF07-E15C-A9B9-8CEEE3ABE1FA}"/>
              </a:ext>
            </a:extLst>
          </p:cNvPr>
          <p:cNvSpPr txBox="1"/>
          <p:nvPr/>
        </p:nvSpPr>
        <p:spPr>
          <a:xfrm>
            <a:off x="3977640" y="1008271"/>
            <a:ext cx="12893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rgbClr val="FF0000"/>
                </a:solidFill>
              </a:rPr>
              <a:t>+-10%</a:t>
            </a:r>
            <a:endParaRPr lang="et-EE" sz="3200">
              <a:solidFill>
                <a:srgbClr val="FF0000"/>
              </a:solidFill>
            </a:endParaRPr>
          </a:p>
        </p:txBody>
      </p:sp>
      <p:pic>
        <p:nvPicPr>
          <p:cNvPr id="8" name="Picture 7" descr="A screen shot of a diagram&#10;&#10;AI-generated content may be incorrect.">
            <a:extLst>
              <a:ext uri="{FF2B5EF4-FFF2-40B4-BE49-F238E27FC236}">
                <a16:creationId xmlns:a16="http://schemas.microsoft.com/office/drawing/2014/main" id="{680C4CAF-DF3D-42E7-B1FA-6D060451B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024" y="1837880"/>
            <a:ext cx="8730869" cy="457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721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83" t="21504" r="-15205" b="21504"/>
          <a:stretch/>
        </p:blipFill>
        <p:spPr>
          <a:xfrm>
            <a:off x="0" y="-31030"/>
            <a:ext cx="12192000" cy="6889030"/>
          </a:xfrm>
          <a:prstGeom prst="rect">
            <a:avLst/>
          </a:prstGeom>
        </p:spPr>
      </p:pic>
      <p:grpSp>
        <p:nvGrpSpPr>
          <p:cNvPr id="12" name="Group 11"/>
          <p:cNvGrpSpPr/>
          <p:nvPr/>
        </p:nvGrpSpPr>
        <p:grpSpPr>
          <a:xfrm>
            <a:off x="5128412" y="-30480"/>
            <a:ext cx="7063588" cy="6888480"/>
            <a:chOff x="4923693" y="-30480"/>
            <a:chExt cx="7063588" cy="6888480"/>
          </a:xfrm>
        </p:grpSpPr>
        <p:sp>
          <p:nvSpPr>
            <p:cNvPr id="9" name="Rectangle 8"/>
            <p:cNvSpPr/>
            <p:nvPr/>
          </p:nvSpPr>
          <p:spPr>
            <a:xfrm>
              <a:off x="4923693" y="-30480"/>
              <a:ext cx="7063588" cy="312537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874058" y="2991173"/>
              <a:ext cx="6113223" cy="38668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Teksti kohatäide 4"/>
          <p:cNvSpPr>
            <a:spLocks noGrp="1"/>
          </p:cNvSpPr>
          <p:nvPr>
            <p:ph type="body" sz="quarter" idx="12"/>
          </p:nvPr>
        </p:nvSpPr>
        <p:spPr>
          <a:xfrm>
            <a:off x="6552253" y="2794909"/>
            <a:ext cx="4921612" cy="348829"/>
          </a:xfrm>
        </p:spPr>
        <p:txBody>
          <a:bodyPr vert="horz" lIns="0" tIns="0" rIns="0" bIns="0" rtlCol="0" anchor="t">
            <a:noAutofit/>
          </a:bodyPr>
          <a:lstStyle/>
          <a:p>
            <a:endParaRPr lang="et-EE" altLang="en-US" sz="2900">
              <a:solidFill>
                <a:schemeClr val="tx2"/>
              </a:solidFill>
              <a:ea typeface="Verdana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t-EE" altLang="en-US" sz="2900" err="1">
                <a:solidFill>
                  <a:schemeClr val="accent1"/>
                </a:solidFill>
                <a:latin typeface="+mn-lt"/>
                <a:ea typeface="Verdana"/>
              </a:rPr>
              <a:t>Arduino</a:t>
            </a:r>
            <a:r>
              <a:rPr lang="et-EE" altLang="en-US" sz="2900">
                <a:solidFill>
                  <a:schemeClr val="accent1"/>
                </a:solidFill>
                <a:latin typeface="+mn-lt"/>
                <a:ea typeface="Verdana"/>
              </a:rPr>
              <a:t> Digisisendi laiend</a:t>
            </a:r>
          </a:p>
        </p:txBody>
      </p:sp>
    </p:spTree>
    <p:extLst>
      <p:ext uri="{BB962C8B-B14F-4D97-AF65-F5344CB8AC3E}">
        <p14:creationId xmlns:p14="http://schemas.microsoft.com/office/powerpoint/2010/main" val="395204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586591-E9BB-D21A-B55C-E422516F31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9425" y="549275"/>
            <a:ext cx="11234257" cy="755228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Verdana"/>
                <a:ea typeface="Verdana"/>
              </a:rPr>
              <a:t>Projekt (</a:t>
            </a:r>
            <a:r>
              <a:rPr lang="en-US" err="1">
                <a:latin typeface="Verdana"/>
                <a:ea typeface="Verdana"/>
              </a:rPr>
              <a:t>digitaal</a:t>
            </a:r>
            <a:r>
              <a:rPr lang="en-US">
                <a:latin typeface="Verdana"/>
                <a:ea typeface="Verdana"/>
              </a:rPr>
              <a:t>): Arduino nano </a:t>
            </a:r>
            <a:r>
              <a:rPr lang="en-US" err="1">
                <a:latin typeface="Verdana"/>
                <a:ea typeface="Verdana"/>
              </a:rPr>
              <a:t>digisisendi</a:t>
            </a:r>
            <a:r>
              <a:rPr lang="en-US">
                <a:latin typeface="Verdana"/>
                <a:ea typeface="Verdana"/>
              </a:rPr>
              <a:t> </a:t>
            </a:r>
            <a:r>
              <a:rPr lang="en-US" err="1">
                <a:latin typeface="Verdana"/>
                <a:ea typeface="Verdana"/>
              </a:rPr>
              <a:t>laiendamine</a:t>
            </a:r>
            <a:endParaRPr lang="en-US">
              <a:latin typeface="Verdana"/>
              <a:ea typeface="Verdana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C5BCDD-396F-B4CF-F5E8-59CF269EE5F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8777" y="1306393"/>
            <a:ext cx="3374809" cy="417927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>
                <a:latin typeface="Verdana"/>
                <a:ea typeface="Verdana"/>
              </a:rPr>
              <a:t>2 </a:t>
            </a:r>
            <a:r>
              <a:rPr lang="en-US" dirty="0" err="1">
                <a:latin typeface="Verdana"/>
                <a:ea typeface="Verdana"/>
              </a:rPr>
              <a:t>digitaalset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sisendit</a:t>
            </a:r>
            <a:endParaRPr lang="en-US" dirty="0">
              <a:latin typeface="Verdana"/>
              <a:ea typeface="Verdana"/>
            </a:endParaRPr>
          </a:p>
          <a:p>
            <a:pPr lvl="1" fontAlgn="auto">
              <a:buFont typeface="Courier New" panose="05000000000000000000" pitchFamily="2" charset="2"/>
              <a:buChar char="o"/>
            </a:pPr>
            <a:r>
              <a:rPr lang="en-US" dirty="0" err="1">
                <a:latin typeface="Verdana"/>
                <a:ea typeface="Verdana"/>
              </a:rPr>
              <a:t>Üks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inverteeritud</a:t>
            </a:r>
            <a:endParaRPr lang="en-US" dirty="0">
              <a:latin typeface="Verdana"/>
              <a:ea typeface="Verdana"/>
            </a:endParaRPr>
          </a:p>
          <a:p>
            <a:pPr fontAlgn="base"/>
            <a:r>
              <a:rPr lang="en-US" dirty="0" err="1">
                <a:latin typeface="Verdana"/>
                <a:ea typeface="Verdana"/>
              </a:rPr>
              <a:t>Signaalid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ei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tohiks</a:t>
            </a:r>
            <a:r>
              <a:rPr lang="en-US" dirty="0">
                <a:latin typeface="Verdana"/>
                <a:ea typeface="Verdana"/>
              </a:rPr>
              <a:t> </a:t>
            </a:r>
            <a:r>
              <a:rPr lang="en-US" dirty="0" err="1">
                <a:latin typeface="Verdana"/>
                <a:ea typeface="Verdana"/>
              </a:rPr>
              <a:t>häirida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üksteist</a:t>
            </a:r>
          </a:p>
          <a:p>
            <a:r>
              <a:rPr lang="en-US" dirty="0" err="1">
                <a:latin typeface="Verdana"/>
                <a:ea typeface="Verdana"/>
              </a:rPr>
              <a:t>Arduinoga</a:t>
            </a:r>
            <a:r>
              <a:rPr lang="en-US" dirty="0">
                <a:latin typeface="Verdana"/>
                <a:ea typeface="Verdana"/>
              </a:rPr>
              <a:t> </a:t>
            </a:r>
            <a:r>
              <a:rPr lang="en-US" dirty="0" err="1">
                <a:latin typeface="Verdana"/>
                <a:ea typeface="Verdana"/>
              </a:rPr>
              <a:t>skeem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lahenduse</a:t>
            </a:r>
            <a:r>
              <a:rPr lang="en-US" dirty="0">
                <a:latin typeface="Verdana"/>
                <a:ea typeface="Verdana"/>
              </a:rPr>
              <a:t> </a:t>
            </a:r>
            <a:r>
              <a:rPr lang="en-US" dirty="0" err="1">
                <a:latin typeface="Verdana"/>
                <a:ea typeface="Verdana"/>
              </a:rPr>
              <a:t>kontrollimiseks</a:t>
            </a:r>
          </a:p>
          <a:p>
            <a:endParaRPr lang="en-US">
              <a:latin typeface="Verdana"/>
              <a:ea typeface="Verdana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2CB232-43CF-B6C4-D78F-89F2274EA3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8</a:t>
            </a:fld>
            <a:endParaRPr lang="en-GB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B6C38FC0-76FB-4E3B-924A-FDC0E7A86C3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1075" r="3656" b="-175"/>
          <a:stretch>
            <a:fillRect/>
          </a:stretch>
        </p:blipFill>
        <p:spPr>
          <a:xfrm>
            <a:off x="3654547" y="930276"/>
            <a:ext cx="8540404" cy="537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852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D00F1A-EB02-EF88-AA36-F9E980ACF4D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Verdana"/>
                <a:ea typeface="Verdana"/>
              </a:rPr>
              <a:t>Loogika nivood</a:t>
            </a:r>
            <a:endParaRPr lang="en-US"/>
          </a:p>
        </p:txBody>
      </p:sp>
      <p:pic>
        <p:nvPicPr>
          <p:cNvPr id="6" name="Picture Placeholder 5" descr="A diagram of a high level output&#10;&#10;AI-generated content may be incorrect.">
            <a:extLst>
              <a:ext uri="{FF2B5EF4-FFF2-40B4-BE49-F238E27FC236}">
                <a16:creationId xmlns:a16="http://schemas.microsoft.com/office/drawing/2014/main" id="{1404863C-9314-A80E-2413-4A2526A257F9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2432" r="3243" b="-287"/>
          <a:stretch>
            <a:fillRect/>
          </a:stretch>
        </p:blipFill>
        <p:spPr>
          <a:xfrm>
            <a:off x="6096855" y="2942737"/>
            <a:ext cx="5905493" cy="298255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DB43E7-080F-27E9-E9DA-3433BB5F0FF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5623" y="1355238"/>
            <a:ext cx="4351731" cy="4140199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Verdana"/>
                <a:ea typeface="Verdana"/>
              </a:rPr>
              <a:t>Arduino nivood</a:t>
            </a:r>
          </a:p>
          <a:p>
            <a:pPr lvl="1" fontAlgn="auto">
              <a:buFont typeface="Courier New" panose="05000000000000000000" pitchFamily="2" charset="2"/>
              <a:buChar char="o"/>
            </a:pPr>
            <a:r>
              <a:rPr lang="en-US">
                <a:latin typeface="Verdana"/>
                <a:ea typeface="Verdana"/>
              </a:rPr>
              <a:t>"1" &gt; 3 V</a:t>
            </a:r>
            <a:endParaRPr lang="en-US">
              <a:latin typeface="Verdana" charset="0"/>
              <a:ea typeface="Verdana"/>
            </a:endParaRPr>
          </a:p>
          <a:p>
            <a:pPr lvl="1" fontAlgn="auto">
              <a:buFont typeface="Courier New" panose="05000000000000000000" pitchFamily="2" charset="2"/>
              <a:buChar char="o"/>
            </a:pPr>
            <a:r>
              <a:rPr lang="en-US">
                <a:latin typeface="Verdana"/>
                <a:ea typeface="Verdana"/>
              </a:rPr>
              <a:t>"0" &lt; 1,5 V</a:t>
            </a:r>
          </a:p>
          <a:p>
            <a:pPr indent="-228600" fontAlgn="base"/>
            <a:r>
              <a:rPr lang="en-US">
                <a:latin typeface="Verdana"/>
                <a:ea typeface="Verdana"/>
              </a:rPr>
              <a:t>TTL </a:t>
            </a:r>
            <a:r>
              <a:rPr lang="en-US" err="1">
                <a:latin typeface="Verdana"/>
                <a:ea typeface="Verdana"/>
              </a:rPr>
              <a:t>loogika</a:t>
            </a:r>
            <a:r>
              <a:rPr lang="en-US">
                <a:latin typeface="Verdana"/>
                <a:ea typeface="Verdana"/>
              </a:rPr>
              <a:t> nivood</a:t>
            </a:r>
          </a:p>
          <a:p>
            <a:pPr marL="457200" lvl="1" indent="0">
              <a:buNone/>
            </a:pPr>
            <a:r>
              <a:rPr lang="en-US">
                <a:latin typeface="Verdana" charset="0"/>
                <a:ea typeface="Verdana"/>
              </a:rPr>
              <a:t> 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785589-5182-8613-0207-F8B09588727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9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111FE0-B087-682D-F787-6833721BAA6A}"/>
              </a:ext>
            </a:extLst>
          </p:cNvPr>
          <p:cNvSpPr txBox="1"/>
          <p:nvPr/>
        </p:nvSpPr>
        <p:spPr>
          <a:xfrm>
            <a:off x="5979584" y="5885147"/>
            <a:ext cx="525991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latin typeface="Calibri"/>
                <a:ea typeface="Calibri"/>
                <a:cs typeface="Calibri"/>
              </a:rPr>
              <a:t>https://www.allaboutcircuits.com/textbook/digital/chpt-3/logic-signal-voltage-levels/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9" name="Picture Placeholder 10" descr="A table with symbols and numbers">
            <a:extLst>
              <a:ext uri="{FF2B5EF4-FFF2-40B4-BE49-F238E27FC236}">
                <a16:creationId xmlns:a16="http://schemas.microsoft.com/office/drawing/2014/main" id="{7F481696-8DBA-5731-947C-9082631A8A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66" r="3530"/>
          <a:stretch>
            <a:fillRect/>
          </a:stretch>
        </p:blipFill>
        <p:spPr>
          <a:xfrm>
            <a:off x="3685931" y="-1807"/>
            <a:ext cx="8504393" cy="24492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CFF3C2F-50B2-D057-5950-5E1489444E09}"/>
                  </a:ext>
                </a:extLst>
              </p14:cNvPr>
              <p14:cNvContentPartPr/>
              <p14:nvPr/>
            </p14:nvContentPartPr>
            <p14:xfrm>
              <a:off x="10350499" y="1131955"/>
              <a:ext cx="887823" cy="11044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CFF3C2F-50B2-D057-5950-5E1489444E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332505" y="1114142"/>
                <a:ext cx="923451" cy="463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157E9EF-FCD6-0E52-5589-36FF825EA6D1}"/>
                  </a:ext>
                </a:extLst>
              </p14:cNvPr>
              <p14:cNvContentPartPr/>
              <p14:nvPr/>
            </p14:nvContentPartPr>
            <p14:xfrm>
              <a:off x="8307916" y="1566333"/>
              <a:ext cx="730036" cy="11044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157E9EF-FCD6-0E52-5589-36FF825EA6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289926" y="1548520"/>
                <a:ext cx="765656" cy="4631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709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8E7787-AE61-4B7F-1DFE-53C1ED84E58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10</a:t>
            </a:fld>
            <a:endParaRPr lang="en-GB"/>
          </a:p>
        </p:txBody>
      </p:sp>
      <p:pic>
        <p:nvPicPr>
          <p:cNvPr id="3" name="Picture Placeholder 2" descr="A screenshot of a computer">
            <a:extLst>
              <a:ext uri="{FF2B5EF4-FFF2-40B4-BE49-F238E27FC236}">
                <a16:creationId xmlns:a16="http://schemas.microsoft.com/office/drawing/2014/main" id="{4C6FD910-CA4D-3C56-9FE3-83A64215FB3B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/>
          <a:srcRect l="-418" r="2258" b="-187"/>
          <a:stretch>
            <a:fillRect/>
          </a:stretch>
        </p:blipFill>
        <p:spPr>
          <a:xfrm>
            <a:off x="188546" y="324584"/>
            <a:ext cx="11473065" cy="522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14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976869" y="4801074"/>
            <a:ext cx="10159444" cy="1635065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err="1">
                <a:solidFill>
                  <a:srgbClr val="262626"/>
                </a:solidFill>
                <a:latin typeface="Verdana"/>
                <a:ea typeface="Verdana"/>
              </a:rPr>
              <a:t>Täname</a:t>
            </a:r>
            <a:r>
              <a:rPr lang="en-US">
                <a:solidFill>
                  <a:srgbClr val="262626"/>
                </a:solidFill>
                <a:latin typeface="Verdana"/>
                <a:ea typeface="Verdana"/>
              </a:rPr>
              <a:t> </a:t>
            </a:r>
            <a:r>
              <a:rPr lang="en-US" err="1">
                <a:solidFill>
                  <a:srgbClr val="262626"/>
                </a:solidFill>
                <a:latin typeface="Verdana"/>
                <a:ea typeface="Verdana"/>
              </a:rPr>
              <a:t>kuulamast</a:t>
            </a:r>
            <a:endParaRPr lang="et-EE" b="0">
              <a:solidFill>
                <a:srgbClr val="000000"/>
              </a:solidFill>
              <a:ea typeface="Verdana"/>
            </a:endParaRPr>
          </a:p>
          <a:p>
            <a:endParaRPr lang="et-EE" altLang="en-US">
              <a:ea typeface="Verdana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555" y="1958640"/>
            <a:ext cx="2447645" cy="13706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ircuit board with wires and wires&#10;&#10;AI-generated content may be incorrect.">
            <a:extLst>
              <a:ext uri="{FF2B5EF4-FFF2-40B4-BE49-F238E27FC236}">
                <a16:creationId xmlns:a16="http://schemas.microsoft.com/office/drawing/2014/main" id="{C6772B02-3ADF-E698-67EF-394449B75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783115" y="857250"/>
            <a:ext cx="6858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3845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AFD94B7-866F-024D-78BF-51EA50525C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err="1">
                <a:latin typeface="Verdana"/>
                <a:ea typeface="Verdana"/>
              </a:rPr>
              <a:t>Parandus</a:t>
            </a:r>
            <a:endParaRPr lang="en-US" err="1">
              <a:ea typeface="Verdana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2A7B6-7EC5-3F92-3450-4D437FBECB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Picture Placeholder 5" descr="A screenshot of a computer">
            <a:extLst>
              <a:ext uri="{FF2B5EF4-FFF2-40B4-BE49-F238E27FC236}">
                <a16:creationId xmlns:a16="http://schemas.microsoft.com/office/drawing/2014/main" id="{217FA7E4-F87C-D96E-CD6E-64B6767BF13B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l="-45" t="-62" r="34" b="-1029"/>
          <a:stretch>
            <a:fillRect/>
          </a:stretch>
        </p:blipFill>
        <p:spPr>
          <a:xfrm>
            <a:off x="552450" y="1089025"/>
            <a:ext cx="10214512" cy="467407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490753-420A-24BE-75E2-C0C15AEEB9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4795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36B8DA-F8C3-DF26-0535-0707D7D8DC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D2FB9C-F09D-2C78-8982-2CB880DC2B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36D7EC-D5C6-C983-429B-9C1C01ECF2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45C5C7E-044F-428A-BBD0-81FB79B3AD79}" type="slidenum">
              <a:rPr lang="en-GB" smtClean="0"/>
              <a:t>14</a:t>
            </a:fld>
            <a:endParaRPr lang="en-GB"/>
          </a:p>
        </p:txBody>
      </p:sp>
      <p:pic>
        <p:nvPicPr>
          <p:cNvPr id="15" name="Picture Placeholder 14" descr="A screenshot of a computer">
            <a:extLst>
              <a:ext uri="{FF2B5EF4-FFF2-40B4-BE49-F238E27FC236}">
                <a16:creationId xmlns:a16="http://schemas.microsoft.com/office/drawing/2014/main" id="{CD071BD9-6B58-2792-7156-D1A24BB37EA0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/>
          <a:srcRect t="138" r="-109" b="-455"/>
          <a:stretch>
            <a:fillRect/>
          </a:stretch>
        </p:blipFill>
        <p:spPr>
          <a:xfrm>
            <a:off x="296008" y="551222"/>
            <a:ext cx="11016162" cy="528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363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'i kujundus">
  <a:themeElements>
    <a:clrScheme name="TalTech">
      <a:dk1>
        <a:srgbClr val="000000"/>
      </a:dk1>
      <a:lt1>
        <a:srgbClr val="FFFFFF"/>
      </a:lt1>
      <a:dk2>
        <a:srgbClr val="332B60"/>
      </a:dk2>
      <a:lt2>
        <a:srgbClr val="DADAE4"/>
      </a:lt2>
      <a:accent1>
        <a:srgbClr val="E4067E"/>
      </a:accent1>
      <a:accent2>
        <a:srgbClr val="9396B0"/>
      </a:accent2>
      <a:accent3>
        <a:srgbClr val="AB1352"/>
      </a:accent3>
      <a:accent4>
        <a:srgbClr val="4FBFD3"/>
      </a:accent4>
      <a:accent5>
        <a:srgbClr val="332B60"/>
      </a:accent5>
      <a:accent6>
        <a:srgbClr val="DADAE4"/>
      </a:accent6>
      <a:hlink>
        <a:srgbClr val="AB1352"/>
      </a:hlink>
      <a:folHlink>
        <a:srgbClr val="AB1352"/>
      </a:folHlink>
    </a:clrScheme>
    <a:fontScheme name="TTÜ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wrap="square" rtlCol="0" anchor="ctr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alTech_lühike_16-9_EST" id="{F8045980-E2B7-4176-8725-9235C7439C8B}" vid="{D597BC0D-E4B7-4CEF-BB26-FD0EAC940A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E41FD6AF7FC424189B0BAF161424567" ma:contentTypeVersion="3" ma:contentTypeDescription="Create a new document." ma:contentTypeScope="" ma:versionID="eee0fd60f927259333fb98fa60e06375">
  <xsd:schema xmlns:xsd="http://www.w3.org/2001/XMLSchema" xmlns:xs="http://www.w3.org/2001/XMLSchema" xmlns:p="http://schemas.microsoft.com/office/2006/metadata/properties" xmlns:ns2="566746a8-eac2-41fe-b884-0b6d892bfce3" targetNamespace="http://schemas.microsoft.com/office/2006/metadata/properties" ma:root="true" ma:fieldsID="3c8bea2a17d4ddf2e71864d746dea5d8" ns2:_="">
    <xsd:import namespace="566746a8-eac2-41fe-b884-0b6d892bfc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6746a8-eac2-41fe-b884-0b6d892bfc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BED1B01-1F27-469B-A5F2-E2EBFE6DB13E}">
  <ds:schemaRefs>
    <ds:schemaRef ds:uri="566746a8-eac2-41fe-b884-0b6d892bfce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F11662C-13BE-41E0-B1F1-0E975B481BAA}">
  <ds:schemaRefs>
    <ds:schemaRef ds:uri="566746a8-eac2-41fe-b884-0b6d892bfce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97BE2F7-8E6D-4684-953C-BB536E84C1F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TalTech_lühike_16-9_EST</Template>
  <Application>Microsoft Office PowerPoint</Application>
  <PresentationFormat>Widescreen</PresentationFormat>
  <Slides>14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Office'i kujundus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Uko Poschlin</dc:creator>
  <cp:revision>23</cp:revision>
  <dcterms:created xsi:type="dcterms:W3CDTF">2025-09-23T08:43:11Z</dcterms:created>
  <dcterms:modified xsi:type="dcterms:W3CDTF">2025-10-07T18:17:58Z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9643374</vt:lpwstr>
  </property>
  <property fmtid="{D5CDD505-2E9C-101B-9397-08002B2CF9AE}" pid="3" name="NXPowerLiteSettings">
    <vt:lpwstr>C780073804F000</vt:lpwstr>
  </property>
  <property fmtid="{D5CDD505-2E9C-101B-9397-08002B2CF9AE}" pid="4" name="NXPowerLiteVersion">
    <vt:lpwstr>D8.0.4</vt:lpwstr>
  </property>
  <property fmtid="{D5CDD505-2E9C-101B-9397-08002B2CF9AE}" pid="5" name="ContentTypeId">
    <vt:lpwstr>0x0101008E41FD6AF7FC424189B0BAF161424567</vt:lpwstr>
  </property>
</Properties>
</file>